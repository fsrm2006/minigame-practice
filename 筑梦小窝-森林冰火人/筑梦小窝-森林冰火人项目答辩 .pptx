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3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4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5.xml" ContentType="application/vnd.openxmlformats-officedocument.theme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6.xml" ContentType="application/vnd.openxmlformats-officedocument.theme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theme/theme7.xml" ContentType="application/vnd.openxmlformats-officedocument.theme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theme/theme8.xml" ContentType="application/vnd.openxmlformats-officedocument.theme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theme/theme9.xml" ContentType="application/vnd.openxmlformats-officedocument.theme+xml"/>
  <Override PartName="/ppt/theme/theme10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2"/>
    <p:sldMasterId id="2147483652" r:id="rId3"/>
    <p:sldMasterId id="2147483664" r:id="rId4"/>
    <p:sldMasterId id="2147483668" r:id="rId5"/>
    <p:sldMasterId id="2147483680" r:id="rId6"/>
    <p:sldMasterId id="2147483692" r:id="rId7"/>
    <p:sldMasterId id="2147483710" r:id="rId8"/>
    <p:sldMasterId id="2147483728" r:id="rId9"/>
    <p:sldMasterId id="2147483740" r:id="rId10"/>
  </p:sldMasterIdLst>
  <p:notesMasterIdLst>
    <p:notesMasterId r:id="rId29"/>
  </p:notesMasterIdLst>
  <p:sldIdLst>
    <p:sldId id="256" r:id="rId11"/>
    <p:sldId id="257" r:id="rId12"/>
    <p:sldId id="258" r:id="rId13"/>
    <p:sldId id="261" r:id="rId14"/>
    <p:sldId id="262" r:id="rId15"/>
    <p:sldId id="267" r:id="rId16"/>
    <p:sldId id="292" r:id="rId17"/>
    <p:sldId id="294" r:id="rId18"/>
    <p:sldId id="296" r:id="rId19"/>
    <p:sldId id="297" r:id="rId20"/>
    <p:sldId id="298" r:id="rId21"/>
    <p:sldId id="300" r:id="rId22"/>
    <p:sldId id="303" r:id="rId23"/>
    <p:sldId id="291" r:id="rId24"/>
    <p:sldId id="264" r:id="rId25"/>
    <p:sldId id="301" r:id="rId26"/>
    <p:sldId id="302" r:id="rId27"/>
    <p:sldId id="276" r:id="rId2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向前 吴" initials="向吴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7" d="100"/>
          <a:sy n="97" d="100"/>
        </p:scale>
        <p:origin x="84" y="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3.xml"/><Relationship Id="rId18" Type="http://schemas.openxmlformats.org/officeDocument/2006/relationships/slide" Target="slides/slide8.xml"/><Relationship Id="rId26" Type="http://schemas.openxmlformats.org/officeDocument/2006/relationships/slide" Target="slides/slide16.xml"/><Relationship Id="rId3" Type="http://schemas.openxmlformats.org/officeDocument/2006/relationships/slideMaster" Target="slideMasters/slideMaster2.xml"/><Relationship Id="rId21" Type="http://schemas.openxmlformats.org/officeDocument/2006/relationships/slide" Target="slides/slide11.xml"/><Relationship Id="rId34" Type="http://schemas.openxmlformats.org/officeDocument/2006/relationships/tableStyles" Target="tableStyles.xml"/><Relationship Id="rId7" Type="http://schemas.openxmlformats.org/officeDocument/2006/relationships/slideMaster" Target="slideMasters/slideMaster6.xml"/><Relationship Id="rId12" Type="http://schemas.openxmlformats.org/officeDocument/2006/relationships/slide" Target="slides/slide2.xml"/><Relationship Id="rId17" Type="http://schemas.openxmlformats.org/officeDocument/2006/relationships/slide" Target="slides/slide7.xml"/><Relationship Id="rId25" Type="http://schemas.openxmlformats.org/officeDocument/2006/relationships/slide" Target="slides/slide15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6.xml"/><Relationship Id="rId20" Type="http://schemas.openxmlformats.org/officeDocument/2006/relationships/slide" Target="slides/slide10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5.xml"/><Relationship Id="rId11" Type="http://schemas.openxmlformats.org/officeDocument/2006/relationships/slide" Target="slides/slide1.xml"/><Relationship Id="rId24" Type="http://schemas.openxmlformats.org/officeDocument/2006/relationships/slide" Target="slides/slide14.xml"/><Relationship Id="rId32" Type="http://schemas.openxmlformats.org/officeDocument/2006/relationships/viewProps" Target="viewProps.xml"/><Relationship Id="rId5" Type="http://schemas.openxmlformats.org/officeDocument/2006/relationships/slideMaster" Target="slideMasters/slideMaster4.xml"/><Relationship Id="rId15" Type="http://schemas.openxmlformats.org/officeDocument/2006/relationships/slide" Target="slides/slide5.xml"/><Relationship Id="rId23" Type="http://schemas.openxmlformats.org/officeDocument/2006/relationships/slide" Target="slides/slide13.xml"/><Relationship Id="rId28" Type="http://schemas.openxmlformats.org/officeDocument/2006/relationships/slide" Target="slides/slide18.xml"/><Relationship Id="rId10" Type="http://schemas.openxmlformats.org/officeDocument/2006/relationships/slideMaster" Target="slideMasters/slideMaster9.xml"/><Relationship Id="rId19" Type="http://schemas.openxmlformats.org/officeDocument/2006/relationships/slide" Target="slides/slide9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3.xml"/><Relationship Id="rId9" Type="http://schemas.openxmlformats.org/officeDocument/2006/relationships/slideMaster" Target="slideMasters/slideMaster8.xml"/><Relationship Id="rId14" Type="http://schemas.openxmlformats.org/officeDocument/2006/relationships/slide" Target="slides/slide4.xml"/><Relationship Id="rId22" Type="http://schemas.openxmlformats.org/officeDocument/2006/relationships/slide" Target="slides/slide12.xml"/><Relationship Id="rId27" Type="http://schemas.openxmlformats.org/officeDocument/2006/relationships/slide" Target="slides/slide17.xml"/><Relationship Id="rId30" Type="http://schemas.openxmlformats.org/officeDocument/2006/relationships/commentAuthors" Target="commentAuthors.xml"/><Relationship Id="rId8" Type="http://schemas.openxmlformats.org/officeDocument/2006/relationships/slideMaster" Target="slideMasters/slideMaster7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12-02T20:43:57.273" idx="1">
    <p:pos x="10" y="10"/>
    <p:text/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8/17/2026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+mn-ea"/>
                <a:cs typeface="+mn-cs"/>
              </a:rPr>
              <a:t>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060447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68196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98647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7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7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7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7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7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7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7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7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7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4" name="日期占位符 1027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1028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1029"/>
          <p:cNvSpPr>
            <a:spLocks noGrp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D5FE40-D727-4711-B038-EB6FF4B840E7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4" name="日期占位符 10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102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102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D5FE40-D727-4711-B038-EB6FF4B840E7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10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102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102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53C52B-EA33-41F4-9F8B-54C46AE5D19B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日期占位符 10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102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102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B0AE4C-BC71-4B42-9245-5FB49316FFB9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76672" cy="452596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05728" y="1600201"/>
            <a:ext cx="5376672" cy="452596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日期占位符 10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102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102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D2F862-5BFD-4C21-A061-439F0B82ACF0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86775" y="1778438"/>
            <a:ext cx="4873575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86775" y="2665379"/>
            <a:ext cx="4873575" cy="3524284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56939" y="1778438"/>
            <a:ext cx="4897576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56939" y="2665379"/>
            <a:ext cx="4897576" cy="3524284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日期占位符 10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页脚占位符 102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102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5F2FCA-8FE9-4B5D-8741-F3822D91C0A5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日期占位符 10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页脚占位符 102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102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8943B4-44AA-40FE-91D0-C897908509FE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0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页脚占位符 102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102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1B5E21-CB21-4EBA-93E4-8DF25F0E623E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日期占位符 10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102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102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5122CF-293B-4087-B2D6-3BAB27E5B24C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4165349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165349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日期占位符 10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102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102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220B4D-F8DE-4DA1-B526-3E6A1B1A7FF3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10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102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102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F79D0-C831-4288-A1DA-DD013F8B465E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70573" cy="5851525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10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102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102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D52509-88EB-4364-825A-558224BF5765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D997B5FA-0921-464F-AAE1-844C04324D75}" type="datetimeFigureOut">
              <a:rPr lang="zh-CN" altLang="en-US" smtClean="0"/>
              <a:t>2026/8/17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2026/8/17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2026/8/17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2026/8/17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2026/8/17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2026/8/17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2026/8/17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2026/8/17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2026/8/17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2026/8/17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2026/8/17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2026/8/17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76672" cy="4525963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05728" y="1600200"/>
            <a:ext cx="5376672" cy="4525963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86775" y="1778438"/>
            <a:ext cx="4873575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86775" y="2665379"/>
            <a:ext cx="4873575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56939" y="1778438"/>
            <a:ext cx="4897576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56939" y="2665379"/>
            <a:ext cx="4897576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4165349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165349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0573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2C76A-F9BB-4BC3-87B2-F2D29E3E96C3}" type="datetimeFigureOut">
              <a:rPr lang="zh-CN" altLang="en-US" smtClean="0"/>
              <a:t>2026/8/17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F5BA9-8460-40E9-B750-151E30F91FB4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2C76A-F9BB-4BC3-87B2-F2D29E3E96C3}" type="datetimeFigureOut">
              <a:rPr lang="zh-CN" altLang="en-US" smtClean="0"/>
              <a:t>2026/8/17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F5BA9-8460-40E9-B750-151E30F91FB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2C76A-F9BB-4BC3-87B2-F2D29E3E96C3}" type="datetimeFigureOut">
              <a:rPr lang="zh-CN" altLang="en-US" smtClean="0"/>
              <a:t>2026/8/17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F5BA9-8460-40E9-B750-151E30F91FB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2C76A-F9BB-4BC3-87B2-F2D29E3E96C3}" type="datetimeFigureOut">
              <a:rPr lang="zh-CN" altLang="en-US" smtClean="0"/>
              <a:t>2026/8/17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F5BA9-8460-40E9-B750-151E30F91FB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2C76A-F9BB-4BC3-87B2-F2D29E3E96C3}" type="datetimeFigureOut">
              <a:rPr lang="zh-CN" altLang="en-US" smtClean="0"/>
              <a:t>2026/8/17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F5BA9-8460-40E9-B750-151E30F91FB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2C76A-F9BB-4BC3-87B2-F2D29E3E96C3}" type="datetimeFigureOut">
              <a:rPr lang="zh-CN" altLang="en-US" smtClean="0"/>
              <a:t>2026/8/17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F5BA9-8460-40E9-B750-151E30F91FB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2C76A-F9BB-4BC3-87B2-F2D29E3E96C3}" type="datetimeFigureOut">
              <a:rPr lang="zh-CN" altLang="en-US" smtClean="0"/>
              <a:t>2026/8/17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F5BA9-8460-40E9-B750-151E30F91FB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2C76A-F9BB-4BC3-87B2-F2D29E3E96C3}" type="datetimeFigureOut">
              <a:rPr lang="zh-CN" altLang="en-US" smtClean="0"/>
              <a:t>2026/8/17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F5BA9-8460-40E9-B750-151E30F91FB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2C76A-F9BB-4BC3-87B2-F2D29E3E96C3}" type="datetimeFigureOut">
              <a:rPr lang="zh-CN" altLang="en-US" smtClean="0"/>
              <a:t>2026/8/17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F5BA9-8460-40E9-B750-151E30F91FB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2C76A-F9BB-4BC3-87B2-F2D29E3E96C3}" type="datetimeFigureOut">
              <a:rPr lang="zh-CN" altLang="en-US" smtClean="0"/>
              <a:t>2026/8/17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F5BA9-8460-40E9-B750-151E30F91FB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2C76A-F9BB-4BC3-87B2-F2D29E3E96C3}" type="datetimeFigureOut">
              <a:rPr lang="zh-CN" altLang="en-US" smtClean="0"/>
              <a:t>2026/8/17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F5BA9-8460-40E9-B750-151E30F91FB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2C76A-F9BB-4BC3-87B2-F2D29E3E96C3}" type="datetimeFigureOut">
              <a:rPr lang="zh-CN" altLang="en-US" smtClean="0"/>
              <a:t>2026/8/17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F5BA9-8460-40E9-B750-151E30F91FB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2C76A-F9BB-4BC3-87B2-F2D29E3E96C3}" type="datetimeFigureOut">
              <a:rPr lang="zh-CN" altLang="en-US" smtClean="0"/>
              <a:t>2026/8/17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F5BA9-8460-40E9-B750-151E30F91FB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2C76A-F9BB-4BC3-87B2-F2D29E3E96C3}" type="datetimeFigureOut">
              <a:rPr lang="zh-CN" altLang="en-US" smtClean="0"/>
              <a:t>2026/8/17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F5BA9-8460-40E9-B750-151E30F91FB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2C76A-F9BB-4BC3-87B2-F2D29E3E96C3}" type="datetimeFigureOut">
              <a:rPr lang="zh-CN" altLang="en-US" smtClean="0"/>
              <a:t>2026/8/17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F5BA9-8460-40E9-B750-151E30F91FB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2C76A-F9BB-4BC3-87B2-F2D29E3E96C3}" type="datetimeFigureOut">
              <a:rPr lang="zh-CN" altLang="en-US" smtClean="0"/>
              <a:t>2026/8/17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F5BA9-8460-40E9-B750-151E30F91FB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2C76A-F9BB-4BC3-87B2-F2D29E3E96C3}" type="datetimeFigureOut">
              <a:rPr lang="zh-CN" altLang="en-US" smtClean="0"/>
              <a:t>2026/8/17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F5BA9-8460-40E9-B750-151E30F91FB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B61BEF0D-F0BB-DE4B-95CE-6DB70DBA9567}" type="datetimeFigureOut">
              <a:rPr lang="en-US" dirty="0"/>
              <a:t>8/17/2026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 dirty="0"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t>8/17/2026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t>8/17/2026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t>8/17/2026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t>8/17/2026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t>8/17/2026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t>8/17/2026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t>8/17/2026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t>8/17/2026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t>8/17/2026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t>8/17/2026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t>8/17/2026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t>8/17/2026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t>8/17/2026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t>8/17/2026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t>8/17/2026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t>8/17/2026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38C07-07DE-4E49-85FF-1C3E71D39AB6}" type="datetimeFigureOut">
              <a:rPr lang="zh-CN" altLang="en-US" smtClean="0"/>
              <a:t>2026/8/17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FAED7-5429-4E4D-8910-E8B9290B913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9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38C07-07DE-4E49-85FF-1C3E71D39AB6}" type="datetimeFigureOut">
              <a:rPr lang="zh-CN" altLang="en-US" smtClean="0"/>
              <a:t>2026/8/17</a:t>
            </a:fld>
            <a:endParaRPr lang="zh-CN" altLang="en-US"/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FAED7-5429-4E4D-8910-E8B9290B913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21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38C07-07DE-4E49-85FF-1C3E71D39AB6}" type="datetimeFigureOut">
              <a:rPr lang="zh-CN" altLang="en-US" smtClean="0"/>
              <a:t>2026/8/17</a:t>
            </a:fld>
            <a:endParaRPr lang="zh-CN" altLang="en-US"/>
          </a:p>
        </p:txBody>
      </p:sp>
      <p:sp>
        <p:nvSpPr>
          <p:cNvPr id="2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FAED7-5429-4E4D-8910-E8B9290B913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27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28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29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38C07-07DE-4E49-85FF-1C3E71D39AB6}" type="datetimeFigureOut">
              <a:rPr lang="zh-CN" altLang="en-US" smtClean="0"/>
              <a:t>2026/8/17</a:t>
            </a:fld>
            <a:endParaRPr lang="zh-CN" altLang="en-US"/>
          </a:p>
        </p:txBody>
      </p:sp>
      <p:sp>
        <p:nvSpPr>
          <p:cNvPr id="30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1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FAED7-5429-4E4D-8910-E8B9290B913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4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5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36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7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38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38C07-07DE-4E49-85FF-1C3E71D39AB6}" type="datetimeFigureOut">
              <a:rPr lang="zh-CN" altLang="en-US" smtClean="0"/>
              <a:t>2026/8/17</a:t>
            </a:fld>
            <a:endParaRPr lang="zh-CN" altLang="en-US"/>
          </a:p>
        </p:txBody>
      </p:sp>
      <p:sp>
        <p:nvSpPr>
          <p:cNvPr id="39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0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FAED7-5429-4E4D-8910-E8B9290B913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4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38C07-07DE-4E49-85FF-1C3E71D39AB6}" type="datetimeFigureOut">
              <a:rPr lang="zh-CN" altLang="en-US" smtClean="0"/>
              <a:t>2026/8/17</a:t>
            </a:fld>
            <a:endParaRPr lang="zh-CN" altLang="en-US"/>
          </a:p>
        </p:txBody>
      </p:sp>
      <p:sp>
        <p:nvSpPr>
          <p:cNvPr id="4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FAED7-5429-4E4D-8910-E8B9290B913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38C07-07DE-4E49-85FF-1C3E71D39AB6}" type="datetimeFigureOut">
              <a:rPr lang="zh-CN" altLang="en-US" smtClean="0"/>
              <a:t>2026/8/17</a:t>
            </a:fld>
            <a:endParaRPr lang="zh-CN" altLang="en-US"/>
          </a:p>
        </p:txBody>
      </p:sp>
      <p:sp>
        <p:nvSpPr>
          <p:cNvPr id="48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9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FAED7-5429-4E4D-8910-E8B9290B913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52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3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4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38C07-07DE-4E49-85FF-1C3E71D39AB6}" type="datetimeFigureOut">
              <a:rPr lang="zh-CN" altLang="en-US" smtClean="0"/>
              <a:t>2026/8/17</a:t>
            </a:fld>
            <a:endParaRPr lang="zh-CN" altLang="en-US"/>
          </a:p>
        </p:txBody>
      </p:sp>
      <p:sp>
        <p:nvSpPr>
          <p:cNvPr id="55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6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FAED7-5429-4E4D-8910-E8B9290B913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59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60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1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38C07-07DE-4E49-85FF-1C3E71D39AB6}" type="datetimeFigureOut">
              <a:rPr lang="zh-CN" altLang="en-US" smtClean="0"/>
              <a:t>2026/8/17</a:t>
            </a:fld>
            <a:endParaRPr lang="zh-CN" altLang="en-US"/>
          </a:p>
        </p:txBody>
      </p:sp>
      <p:sp>
        <p:nvSpPr>
          <p:cNvPr id="62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3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FAED7-5429-4E4D-8910-E8B9290B913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66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38C07-07DE-4E49-85FF-1C3E71D39AB6}" type="datetimeFigureOut">
              <a:rPr lang="zh-CN" altLang="en-US" smtClean="0"/>
              <a:t>2026/8/17</a:t>
            </a:fld>
            <a:endParaRPr lang="zh-CN" altLang="en-US"/>
          </a:p>
        </p:txBody>
      </p:sp>
      <p:sp>
        <p:nvSpPr>
          <p:cNvPr id="6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FAED7-5429-4E4D-8910-E8B9290B913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5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16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38C07-07DE-4E49-85FF-1C3E71D39AB6}" type="datetimeFigureOut">
              <a:rPr lang="zh-CN" altLang="en-US" smtClean="0"/>
              <a:t>2026/8/17</a:t>
            </a:fld>
            <a:endParaRPr lang="zh-CN" altLang="en-US"/>
          </a:p>
        </p:txBody>
      </p:sp>
      <p:sp>
        <p:nvSpPr>
          <p:cNvPr id="17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FAED7-5429-4E4D-8910-E8B9290B913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FE92F-5676-4731-B2B3-B424F21CB3E0}" type="datetimeFigureOut">
              <a:rPr lang="zh-CN" altLang="en-US" smtClean="0"/>
              <a:t>2026/8/17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7E196E2B-C1DA-4DA1-B62A-46CB01D960C1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FE92F-5676-4731-B2B3-B424F21CB3E0}" type="datetimeFigureOut">
              <a:rPr lang="zh-CN" altLang="en-US" smtClean="0"/>
              <a:t>2026/8/17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96E2B-C1DA-4DA1-B62A-46CB01D960C1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FE92F-5676-4731-B2B3-B424F21CB3E0}" type="datetimeFigureOut">
              <a:rPr lang="zh-CN" altLang="en-US" smtClean="0"/>
              <a:t>2026/8/17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96E2B-C1DA-4DA1-B62A-46CB01D960C1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FE92F-5676-4731-B2B3-B424F21CB3E0}" type="datetimeFigureOut">
              <a:rPr lang="zh-CN" altLang="en-US" smtClean="0"/>
              <a:t>2026/8/17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96E2B-C1DA-4DA1-B62A-46CB01D960C1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FE92F-5676-4731-B2B3-B424F21CB3E0}" type="datetimeFigureOut">
              <a:rPr lang="zh-CN" altLang="en-US" smtClean="0"/>
              <a:t>2026/8/17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96E2B-C1DA-4DA1-B62A-46CB01D960C1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FE92F-5676-4731-B2B3-B424F21CB3E0}" type="datetimeFigureOut">
              <a:rPr lang="zh-CN" altLang="en-US" smtClean="0"/>
              <a:t>2026/8/17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96E2B-C1DA-4DA1-B62A-46CB01D960C1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FE92F-5676-4731-B2B3-B424F21CB3E0}" type="datetimeFigureOut">
              <a:rPr lang="zh-CN" altLang="en-US" smtClean="0"/>
              <a:t>2026/8/17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96E2B-C1DA-4DA1-B62A-46CB01D960C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FE92F-5676-4731-B2B3-B424F21CB3E0}" type="datetimeFigureOut">
              <a:rPr lang="zh-CN" altLang="en-US" smtClean="0"/>
              <a:t>2026/8/17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96E2B-C1DA-4DA1-B62A-46CB01D960C1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91BFE92F-5676-4731-B2B3-B424F21CB3E0}" type="datetimeFigureOut">
              <a:rPr lang="zh-CN" altLang="en-US" smtClean="0"/>
              <a:t>2026/8/17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96E2B-C1DA-4DA1-B62A-46CB01D960C1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FE92F-5676-4731-B2B3-B424F21CB3E0}" type="datetimeFigureOut">
              <a:rPr lang="zh-CN" altLang="en-US" smtClean="0"/>
              <a:t>2026/8/17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96E2B-C1DA-4DA1-B62A-46CB01D960C1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FE92F-5676-4731-B2B3-B424F21CB3E0}" type="datetimeFigureOut">
              <a:rPr lang="zh-CN" altLang="en-US" smtClean="0"/>
              <a:t>2026/8/17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96E2B-C1DA-4DA1-B62A-46CB01D960C1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5" Type="http://schemas.openxmlformats.org/officeDocument/2006/relationships/slideLayout" Target="../slideLayouts/slideLayout8.xml"/><Relationship Id="rId10" Type="http://schemas.openxmlformats.org/officeDocument/2006/relationships/slideLayout" Target="../slideLayouts/slideLayout13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5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7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52.xml"/><Relationship Id="rId18" Type="http://schemas.openxmlformats.org/officeDocument/2006/relationships/theme" Target="../theme/theme6.xml"/><Relationship Id="rId3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51.xml"/><Relationship Id="rId17" Type="http://schemas.openxmlformats.org/officeDocument/2006/relationships/slideLayout" Target="../slideLayouts/slideLayout56.xml"/><Relationship Id="rId2" Type="http://schemas.openxmlformats.org/officeDocument/2006/relationships/slideLayout" Target="../slideLayouts/slideLayout41.xml"/><Relationship Id="rId16" Type="http://schemas.openxmlformats.org/officeDocument/2006/relationships/slideLayout" Target="../slideLayouts/slideLayout55.xml"/><Relationship Id="rId1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4.xml"/><Relationship Id="rId1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53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4.xml"/><Relationship Id="rId13" Type="http://schemas.openxmlformats.org/officeDocument/2006/relationships/slideLayout" Target="../slideLayouts/slideLayout69.xml"/><Relationship Id="rId18" Type="http://schemas.openxmlformats.org/officeDocument/2006/relationships/theme" Target="../theme/theme7.xml"/><Relationship Id="rId3" Type="http://schemas.openxmlformats.org/officeDocument/2006/relationships/slideLayout" Target="../slideLayouts/slideLayout59.xml"/><Relationship Id="rId7" Type="http://schemas.openxmlformats.org/officeDocument/2006/relationships/slideLayout" Target="../slideLayouts/slideLayout63.xml"/><Relationship Id="rId12" Type="http://schemas.openxmlformats.org/officeDocument/2006/relationships/slideLayout" Target="../slideLayouts/slideLayout68.xml"/><Relationship Id="rId17" Type="http://schemas.openxmlformats.org/officeDocument/2006/relationships/slideLayout" Target="../slideLayouts/slideLayout73.xml"/><Relationship Id="rId2" Type="http://schemas.openxmlformats.org/officeDocument/2006/relationships/slideLayout" Target="../slideLayouts/slideLayout58.xml"/><Relationship Id="rId16" Type="http://schemas.openxmlformats.org/officeDocument/2006/relationships/slideLayout" Target="../slideLayouts/slideLayout72.xml"/><Relationship Id="rId1" Type="http://schemas.openxmlformats.org/officeDocument/2006/relationships/slideLayout" Target="../slideLayouts/slideLayout57.xml"/><Relationship Id="rId6" Type="http://schemas.openxmlformats.org/officeDocument/2006/relationships/slideLayout" Target="../slideLayouts/slideLayout62.xml"/><Relationship Id="rId11" Type="http://schemas.openxmlformats.org/officeDocument/2006/relationships/slideLayout" Target="../slideLayouts/slideLayout67.xml"/><Relationship Id="rId5" Type="http://schemas.openxmlformats.org/officeDocument/2006/relationships/slideLayout" Target="../slideLayouts/slideLayout61.xml"/><Relationship Id="rId15" Type="http://schemas.openxmlformats.org/officeDocument/2006/relationships/slideLayout" Target="../slideLayouts/slideLayout71.xml"/><Relationship Id="rId10" Type="http://schemas.openxmlformats.org/officeDocument/2006/relationships/slideLayout" Target="../slideLayouts/slideLayout66.xml"/><Relationship Id="rId4" Type="http://schemas.openxmlformats.org/officeDocument/2006/relationships/slideLayout" Target="../slideLayouts/slideLayout60.xml"/><Relationship Id="rId9" Type="http://schemas.openxmlformats.org/officeDocument/2006/relationships/slideLayout" Target="../slideLayouts/slideLayout65.xml"/><Relationship Id="rId14" Type="http://schemas.openxmlformats.org/officeDocument/2006/relationships/slideLayout" Target="../slideLayouts/slideLayout70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1.xml"/><Relationship Id="rId3" Type="http://schemas.openxmlformats.org/officeDocument/2006/relationships/slideLayout" Target="../slideLayouts/slideLayout76.xml"/><Relationship Id="rId7" Type="http://schemas.openxmlformats.org/officeDocument/2006/relationships/slideLayout" Target="../slideLayouts/slideLayout80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75.xml"/><Relationship Id="rId1" Type="http://schemas.openxmlformats.org/officeDocument/2006/relationships/slideLayout" Target="../slideLayouts/slideLayout74.xml"/><Relationship Id="rId6" Type="http://schemas.openxmlformats.org/officeDocument/2006/relationships/slideLayout" Target="../slideLayouts/slideLayout79.xml"/><Relationship Id="rId11" Type="http://schemas.openxmlformats.org/officeDocument/2006/relationships/slideLayout" Target="../slideLayouts/slideLayout84.xml"/><Relationship Id="rId5" Type="http://schemas.openxmlformats.org/officeDocument/2006/relationships/slideLayout" Target="../slideLayouts/slideLayout78.xml"/><Relationship Id="rId10" Type="http://schemas.openxmlformats.org/officeDocument/2006/relationships/slideLayout" Target="../slideLayouts/slideLayout83.xml"/><Relationship Id="rId4" Type="http://schemas.openxmlformats.org/officeDocument/2006/relationships/slideLayout" Target="../slideLayouts/slideLayout77.xml"/><Relationship Id="rId9" Type="http://schemas.openxmlformats.org/officeDocument/2006/relationships/slideLayout" Target="../slideLayouts/slideLayout82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2.xml"/><Relationship Id="rId13" Type="http://schemas.openxmlformats.org/officeDocument/2006/relationships/image" Target="../media/image4.jpeg"/><Relationship Id="rId3" Type="http://schemas.openxmlformats.org/officeDocument/2006/relationships/slideLayout" Target="../slideLayouts/slideLayout87.xml"/><Relationship Id="rId7" Type="http://schemas.openxmlformats.org/officeDocument/2006/relationships/slideLayout" Target="../slideLayouts/slideLayout91.xml"/><Relationship Id="rId12" Type="http://schemas.openxmlformats.org/officeDocument/2006/relationships/theme" Target="../theme/theme9.xml"/><Relationship Id="rId2" Type="http://schemas.openxmlformats.org/officeDocument/2006/relationships/slideLayout" Target="../slideLayouts/slideLayout86.xml"/><Relationship Id="rId1" Type="http://schemas.openxmlformats.org/officeDocument/2006/relationships/slideLayout" Target="../slideLayouts/slideLayout85.xml"/><Relationship Id="rId6" Type="http://schemas.openxmlformats.org/officeDocument/2006/relationships/slideLayout" Target="../slideLayouts/slideLayout90.xml"/><Relationship Id="rId11" Type="http://schemas.openxmlformats.org/officeDocument/2006/relationships/slideLayout" Target="../slideLayouts/slideLayout95.xml"/><Relationship Id="rId5" Type="http://schemas.openxmlformats.org/officeDocument/2006/relationships/slideLayout" Target="../slideLayouts/slideLayout89.xml"/><Relationship Id="rId10" Type="http://schemas.openxmlformats.org/officeDocument/2006/relationships/slideLayout" Target="../slideLayouts/slideLayout94.xml"/><Relationship Id="rId4" Type="http://schemas.openxmlformats.org/officeDocument/2006/relationships/slideLayout" Target="../slideLayouts/slideLayout88.xml"/><Relationship Id="rId9" Type="http://schemas.openxmlformats.org/officeDocument/2006/relationships/slideLayout" Target="../slideLayouts/slideLayout9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 1025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1026"/>
          <p:cNvSpPr>
            <a:spLocks noGrp="1" noChangeArrowheads="1"/>
          </p:cNvSpPr>
          <p:nvPr>
            <p:ph type="body" idx="9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日期占位符 1027"/>
          <p:cNvSpPr>
            <a:spLocks noGrp="1"/>
          </p:cNvSpPr>
          <p:nvPr>
            <p:ph type="dt" sz="half" idx="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eaLnBrk="1" hangingPunct="1">
              <a:defRPr sz="1400" noProof="1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029" name="页脚占位符 1028"/>
          <p:cNvSpPr>
            <a:spLocks noGrp="1"/>
          </p:cNvSpPr>
          <p:nvPr>
            <p:ph type="ftr" sz="quarter" idx="3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 eaLnBrk="1" hangingPunct="1">
              <a:defRPr sz="1400" noProof="1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030" name="灯片编号占位符 1029"/>
          <p:cNvSpPr>
            <a:spLocks noGrp="1"/>
          </p:cNvSpPr>
          <p:nvPr>
            <p:ph type="sldNum" sz="quarter" idx="4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400" smtClean="0"/>
            </a:lvl1pPr>
          </a:lstStyle>
          <a:p>
            <a:pPr>
              <a:defRPr/>
            </a:pPr>
            <a:fld id="{E0128377-FE49-41FD-BEEB-E5EF40822BFA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2" r:id="rId10"/>
    <p:sldLayoutId id="2147483663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2026/8/17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 1025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1026"/>
          <p:cNvSpPr>
            <a:spLocks noGrp="1"/>
          </p:cNvSpPr>
          <p:nvPr>
            <p:ph type="body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日期占位符 1027"/>
          <p:cNvSpPr>
            <a:spLocks noGrp="1"/>
          </p:cNvSpPr>
          <p:nvPr>
            <p:ph type="dt" sz="half" idx="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/>
            </a:lvl1pPr>
          </a:lstStyle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1029" name="页脚占位符 1028"/>
          <p:cNvSpPr>
            <a:spLocks noGrp="1"/>
          </p:cNvSpPr>
          <p:nvPr>
            <p:ph type="ftr" sz="quarter" idx="3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1030" name="灯片编号占位符 1029"/>
          <p:cNvSpPr>
            <a:spLocks noGrp="1"/>
          </p:cNvSpPr>
          <p:nvPr>
            <p:ph type="sldNum" sz="quarter" idx="4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</p:sldLayoutIdLst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9222C76A-F9BB-4BC3-87B2-F2D29E3E96C3}" type="datetimeFigureOut">
              <a:rPr lang="zh-CN" altLang="en-US" smtClean="0"/>
              <a:t>2026/8/17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DAFF5BA9-8460-40E9-B750-151E30F91FB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  <p:sldLayoutId id="2147483704" r:id="rId12"/>
    <p:sldLayoutId id="2147483705" r:id="rId13"/>
    <p:sldLayoutId id="2147483706" r:id="rId14"/>
    <p:sldLayoutId id="2147483707" r:id="rId15"/>
    <p:sldLayoutId id="2147483708" r:id="rId16"/>
    <p:sldLayoutId id="214748370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t>8/17/2026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  <p:sldLayoutId id="2147483722" r:id="rId12"/>
    <p:sldLayoutId id="2147483723" r:id="rId13"/>
    <p:sldLayoutId id="2147483724" r:id="rId14"/>
    <p:sldLayoutId id="2147483725" r:id="rId15"/>
    <p:sldLayoutId id="2147483726" r:id="rId16"/>
    <p:sldLayoutId id="214748372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 panose="020B0604020202020204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 panose="020B0604020202020204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 panose="020B0604020202020204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 panose="020B0604020202020204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 panose="020B0604020202020204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 panose="020B0604020202020204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 panose="020B0604020202020204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 panose="020B0604020202020204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 panose="020B0604020202020204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D38C07-07DE-4E49-85FF-1C3E71D39AB6}" type="datetimeFigureOut">
              <a:rPr lang="zh-CN" altLang="en-US" smtClean="0"/>
              <a:t>2026/8/17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2FAED7-5429-4E4D-8910-E8B9290B913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9" r:id="rId1"/>
    <p:sldLayoutId id="2147483730" r:id="rId2"/>
    <p:sldLayoutId id="2147483731" r:id="rId3"/>
    <p:sldLayoutId id="2147483732" r:id="rId4"/>
    <p:sldLayoutId id="2147483733" r:id="rId5"/>
    <p:sldLayoutId id="2147483734" r:id="rId6"/>
    <p:sldLayoutId id="2147483735" r:id="rId7"/>
    <p:sldLayoutId id="2147483736" r:id="rId8"/>
    <p:sldLayoutId id="2147483737" r:id="rId9"/>
    <p:sldLayoutId id="2147483738" r:id="rId10"/>
    <p:sldLayoutId id="214748373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>
            <a:fillRect/>
          </a:stretch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BFE92F-5676-4731-B2B3-B424F21CB3E0}" type="datetimeFigureOut">
              <a:rPr lang="zh-CN" altLang="en-US" smtClean="0"/>
              <a:t>2026/8/17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7E196E2B-C1DA-4DA1-B62A-46CB01D960C1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42" r:id="rId2"/>
    <p:sldLayoutId id="2147483743" r:id="rId3"/>
    <p:sldLayoutId id="2147483744" r:id="rId4"/>
    <p:sldLayoutId id="2147483745" r:id="rId5"/>
    <p:sldLayoutId id="2147483746" r:id="rId6"/>
    <p:sldLayoutId id="2147483747" r:id="rId7"/>
    <p:sldLayoutId id="2147483748" r:id="rId8"/>
    <p:sldLayoutId id="2147483749" r:id="rId9"/>
    <p:sldLayoutId id="2147483750" r:id="rId10"/>
    <p:sldLayoutId id="214748375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7" Type="http://schemas.openxmlformats.org/officeDocument/2006/relationships/notesSlide" Target="../notesSlides/notesSlide5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5.xml"/><Relationship Id="rId4" Type="http://schemas.openxmlformats.org/officeDocument/2006/relationships/tags" Target="../tags/tag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3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4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5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7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8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25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93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11-20:17:34-d3l4lngs8jdo4os5env0.png"/>
          <p:cNvPicPr>
            <a:picLocks noChangeAspect="1"/>
          </p:cNvPicPr>
          <p:nvPr/>
        </p:nvPicPr>
        <p:blipFill>
          <a:blip r:embed="rId4"/>
          <a:srcRect l="1285" r="1285"/>
          <a:stretch>
            <a:fillRect/>
          </a:stretch>
        </p:blipFill>
        <p:spPr>
          <a:xfrm>
            <a:off x="0" y="0"/>
            <a:ext cx="12192635" cy="6844665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10-11-20:17:33-d3l4ln8s8jdo4os5ens0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7657465" y="3551555"/>
            <a:ext cx="4408805" cy="3306445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10-11-20:17:33-d3l4ln8s8jdo4os5enr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9480" y="5358130"/>
            <a:ext cx="3501390" cy="648335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757555" y="1725930"/>
            <a:ext cx="8072755" cy="204152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>
              <a:lnSpc>
                <a:spcPct val="110000"/>
              </a:lnSpc>
            </a:pPr>
            <a:r>
              <a:rPr lang="en-US" sz="6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筑梦小窝-森林冰火人项目答辩</a:t>
            </a:r>
            <a:endParaRPr lang="en-US" sz="1600" dirty="0"/>
          </a:p>
        </p:txBody>
      </p:sp>
      <p:sp>
        <p:nvSpPr>
          <p:cNvPr id="6" name="Shape 1"/>
          <p:cNvSpPr/>
          <p:nvPr/>
        </p:nvSpPr>
        <p:spPr>
          <a:xfrm>
            <a:off x="5096510" y="871220"/>
            <a:ext cx="1324610" cy="462280"/>
          </a:xfrm>
          <a:custGeom>
            <a:avLst/>
            <a:gdLst/>
            <a:ahLst/>
            <a:cxnLst/>
            <a:rect l="l" t="t" r="r" b="b"/>
            <a:pathLst>
              <a:path w="1324610" h="462280">
                <a:moveTo>
                  <a:pt x="58972" y="16482"/>
                </a:moveTo>
                <a:cubicBezTo>
                  <a:pt x="58972" y="25620"/>
                  <a:pt x="45517" y="33028"/>
                  <a:pt x="28920" y="33028"/>
                </a:cubicBezTo>
                <a:cubicBezTo>
                  <a:pt x="12323" y="33028"/>
                  <a:pt x="-1132" y="25620"/>
                  <a:pt x="-1132" y="16482"/>
                </a:cubicBezTo>
                <a:cubicBezTo>
                  <a:pt x="-1132" y="7343"/>
                  <a:pt x="12323" y="-65"/>
                  <a:pt x="28920" y="-65"/>
                </a:cubicBezTo>
                <a:cubicBezTo>
                  <a:pt x="45510" y="-69"/>
                  <a:pt x="58963" y="7333"/>
                  <a:pt x="58972" y="16466"/>
                </a:cubicBezTo>
                <a:cubicBezTo>
                  <a:pt x="58972" y="16471"/>
                  <a:pt x="58972" y="16477"/>
                  <a:pt x="58972" y="16482"/>
                </a:cubicBezTo>
                <a:close/>
                <a:moveTo>
                  <a:pt x="312113" y="16482"/>
                </a:moveTo>
                <a:cubicBezTo>
                  <a:pt x="312113" y="25620"/>
                  <a:pt x="298659" y="33028"/>
                  <a:pt x="282062" y="33028"/>
                </a:cubicBezTo>
                <a:cubicBezTo>
                  <a:pt x="265466" y="33028"/>
                  <a:pt x="252010" y="25620"/>
                  <a:pt x="252010" y="16482"/>
                </a:cubicBezTo>
                <a:cubicBezTo>
                  <a:pt x="252010" y="7343"/>
                  <a:pt x="265466" y="-65"/>
                  <a:pt x="282062" y="-65"/>
                </a:cubicBezTo>
                <a:cubicBezTo>
                  <a:pt x="298650" y="-54"/>
                  <a:pt x="312095" y="7348"/>
                  <a:pt x="312113" y="16482"/>
                </a:cubicBezTo>
                <a:close/>
                <a:moveTo>
                  <a:pt x="565186" y="16482"/>
                </a:moveTo>
                <a:cubicBezTo>
                  <a:pt x="565186" y="25620"/>
                  <a:pt x="551730" y="33028"/>
                  <a:pt x="535134" y="33028"/>
                </a:cubicBezTo>
                <a:cubicBezTo>
                  <a:pt x="518537" y="33028"/>
                  <a:pt x="505082" y="25620"/>
                  <a:pt x="505082" y="16482"/>
                </a:cubicBezTo>
                <a:cubicBezTo>
                  <a:pt x="505082" y="7343"/>
                  <a:pt x="518537" y="-65"/>
                  <a:pt x="535134" y="-65"/>
                </a:cubicBezTo>
                <a:cubicBezTo>
                  <a:pt x="551723" y="-69"/>
                  <a:pt x="565176" y="7333"/>
                  <a:pt x="565186" y="16466"/>
                </a:cubicBezTo>
                <a:cubicBezTo>
                  <a:pt x="565186" y="16471"/>
                  <a:pt x="565186" y="16477"/>
                  <a:pt x="565186" y="16482"/>
                </a:cubicBezTo>
                <a:close/>
                <a:moveTo>
                  <a:pt x="818327" y="16482"/>
                </a:moveTo>
                <a:cubicBezTo>
                  <a:pt x="818327" y="25620"/>
                  <a:pt x="804873" y="33028"/>
                  <a:pt x="788276" y="33028"/>
                </a:cubicBezTo>
                <a:cubicBezTo>
                  <a:pt x="771678" y="33028"/>
                  <a:pt x="758224" y="25620"/>
                  <a:pt x="758224" y="16482"/>
                </a:cubicBezTo>
                <a:cubicBezTo>
                  <a:pt x="758224" y="7343"/>
                  <a:pt x="771678" y="-65"/>
                  <a:pt x="788276" y="-65"/>
                </a:cubicBezTo>
                <a:cubicBezTo>
                  <a:pt x="804866" y="-69"/>
                  <a:pt x="818318" y="7333"/>
                  <a:pt x="818327" y="16466"/>
                </a:cubicBezTo>
                <a:cubicBezTo>
                  <a:pt x="818327" y="16471"/>
                  <a:pt x="818327" y="16477"/>
                  <a:pt x="818327" y="16482"/>
                </a:cubicBezTo>
                <a:close/>
                <a:moveTo>
                  <a:pt x="1071469" y="16482"/>
                </a:moveTo>
                <a:cubicBezTo>
                  <a:pt x="1071469" y="25620"/>
                  <a:pt x="1058015" y="33028"/>
                  <a:pt x="1041418" y="33028"/>
                </a:cubicBezTo>
                <a:cubicBezTo>
                  <a:pt x="1024821" y="33028"/>
                  <a:pt x="1011366" y="25620"/>
                  <a:pt x="1011366" y="16482"/>
                </a:cubicBezTo>
                <a:cubicBezTo>
                  <a:pt x="1011366" y="7343"/>
                  <a:pt x="1024821" y="-65"/>
                  <a:pt x="1041418" y="-65"/>
                </a:cubicBezTo>
                <a:cubicBezTo>
                  <a:pt x="1058008" y="-69"/>
                  <a:pt x="1071461" y="7333"/>
                  <a:pt x="1071469" y="16466"/>
                </a:cubicBezTo>
                <a:cubicBezTo>
                  <a:pt x="1071469" y="16471"/>
                  <a:pt x="1071469" y="16477"/>
                  <a:pt x="1071469" y="16482"/>
                </a:cubicBezTo>
                <a:close/>
                <a:moveTo>
                  <a:pt x="1324610" y="16482"/>
                </a:moveTo>
                <a:cubicBezTo>
                  <a:pt x="1324610" y="25620"/>
                  <a:pt x="1311155" y="33028"/>
                  <a:pt x="1294558" y="33028"/>
                </a:cubicBezTo>
                <a:cubicBezTo>
                  <a:pt x="1277961" y="33028"/>
                  <a:pt x="1264506" y="25620"/>
                  <a:pt x="1264506" y="16482"/>
                </a:cubicBezTo>
                <a:cubicBezTo>
                  <a:pt x="1264506" y="7343"/>
                  <a:pt x="1277961" y="-65"/>
                  <a:pt x="1294558" y="-65"/>
                </a:cubicBezTo>
                <a:cubicBezTo>
                  <a:pt x="1311146" y="-54"/>
                  <a:pt x="1324591" y="7348"/>
                  <a:pt x="1324610" y="16482"/>
                </a:cubicBezTo>
                <a:close/>
                <a:moveTo>
                  <a:pt x="58972" y="123795"/>
                </a:moveTo>
                <a:cubicBezTo>
                  <a:pt x="58972" y="132933"/>
                  <a:pt x="45517" y="140341"/>
                  <a:pt x="28920" y="140341"/>
                </a:cubicBezTo>
                <a:cubicBezTo>
                  <a:pt x="12323" y="140341"/>
                  <a:pt x="-1132" y="132933"/>
                  <a:pt x="-1132" y="123795"/>
                </a:cubicBezTo>
                <a:cubicBezTo>
                  <a:pt x="-1132" y="114656"/>
                  <a:pt x="12323" y="107248"/>
                  <a:pt x="28920" y="107248"/>
                </a:cubicBezTo>
                <a:cubicBezTo>
                  <a:pt x="45510" y="107244"/>
                  <a:pt x="58963" y="114646"/>
                  <a:pt x="58972" y="123779"/>
                </a:cubicBezTo>
                <a:cubicBezTo>
                  <a:pt x="58972" y="123784"/>
                  <a:pt x="58972" y="123790"/>
                  <a:pt x="58972" y="123795"/>
                </a:cubicBezTo>
                <a:close/>
                <a:moveTo>
                  <a:pt x="312113" y="123795"/>
                </a:moveTo>
                <a:cubicBezTo>
                  <a:pt x="312113" y="132933"/>
                  <a:pt x="298659" y="140341"/>
                  <a:pt x="282062" y="140341"/>
                </a:cubicBezTo>
                <a:cubicBezTo>
                  <a:pt x="265466" y="140341"/>
                  <a:pt x="252010" y="132933"/>
                  <a:pt x="252010" y="123795"/>
                </a:cubicBezTo>
                <a:cubicBezTo>
                  <a:pt x="252010" y="114656"/>
                  <a:pt x="265466" y="107248"/>
                  <a:pt x="282062" y="107248"/>
                </a:cubicBezTo>
                <a:cubicBezTo>
                  <a:pt x="298650" y="107259"/>
                  <a:pt x="312095" y="114661"/>
                  <a:pt x="312113" y="123795"/>
                </a:cubicBezTo>
                <a:close/>
                <a:moveTo>
                  <a:pt x="565186" y="123795"/>
                </a:moveTo>
                <a:cubicBezTo>
                  <a:pt x="565186" y="132933"/>
                  <a:pt x="551730" y="140341"/>
                  <a:pt x="535134" y="140341"/>
                </a:cubicBezTo>
                <a:cubicBezTo>
                  <a:pt x="518537" y="140341"/>
                  <a:pt x="505082" y="132933"/>
                  <a:pt x="505082" y="123795"/>
                </a:cubicBezTo>
                <a:cubicBezTo>
                  <a:pt x="505082" y="114656"/>
                  <a:pt x="518537" y="107248"/>
                  <a:pt x="535134" y="107248"/>
                </a:cubicBezTo>
                <a:cubicBezTo>
                  <a:pt x="551723" y="107244"/>
                  <a:pt x="565176" y="114646"/>
                  <a:pt x="565186" y="123779"/>
                </a:cubicBezTo>
                <a:cubicBezTo>
                  <a:pt x="565186" y="123784"/>
                  <a:pt x="565186" y="123790"/>
                  <a:pt x="565186" y="123795"/>
                </a:cubicBezTo>
                <a:close/>
                <a:moveTo>
                  <a:pt x="818327" y="123795"/>
                </a:moveTo>
                <a:cubicBezTo>
                  <a:pt x="818327" y="132933"/>
                  <a:pt x="804873" y="140341"/>
                  <a:pt x="788276" y="140341"/>
                </a:cubicBezTo>
                <a:cubicBezTo>
                  <a:pt x="771678" y="140341"/>
                  <a:pt x="758224" y="132933"/>
                  <a:pt x="758224" y="123795"/>
                </a:cubicBezTo>
                <a:cubicBezTo>
                  <a:pt x="758224" y="114656"/>
                  <a:pt x="771678" y="107248"/>
                  <a:pt x="788276" y="107248"/>
                </a:cubicBezTo>
                <a:cubicBezTo>
                  <a:pt x="804866" y="107244"/>
                  <a:pt x="818318" y="114646"/>
                  <a:pt x="818327" y="123779"/>
                </a:cubicBezTo>
                <a:cubicBezTo>
                  <a:pt x="818327" y="123784"/>
                  <a:pt x="818327" y="123790"/>
                  <a:pt x="818327" y="123795"/>
                </a:cubicBezTo>
                <a:close/>
                <a:moveTo>
                  <a:pt x="1071469" y="123795"/>
                </a:moveTo>
                <a:cubicBezTo>
                  <a:pt x="1071469" y="132933"/>
                  <a:pt x="1058015" y="140341"/>
                  <a:pt x="1041418" y="140341"/>
                </a:cubicBezTo>
                <a:cubicBezTo>
                  <a:pt x="1024821" y="140341"/>
                  <a:pt x="1011366" y="132933"/>
                  <a:pt x="1011366" y="123795"/>
                </a:cubicBezTo>
                <a:cubicBezTo>
                  <a:pt x="1011366" y="114656"/>
                  <a:pt x="1024821" y="107248"/>
                  <a:pt x="1041418" y="107248"/>
                </a:cubicBezTo>
                <a:cubicBezTo>
                  <a:pt x="1058008" y="107244"/>
                  <a:pt x="1071461" y="114646"/>
                  <a:pt x="1071469" y="123779"/>
                </a:cubicBezTo>
                <a:cubicBezTo>
                  <a:pt x="1071469" y="123784"/>
                  <a:pt x="1071469" y="123790"/>
                  <a:pt x="1071469" y="123795"/>
                </a:cubicBezTo>
                <a:close/>
                <a:moveTo>
                  <a:pt x="1324610" y="123795"/>
                </a:moveTo>
                <a:cubicBezTo>
                  <a:pt x="1324610" y="132933"/>
                  <a:pt x="1311155" y="140341"/>
                  <a:pt x="1294558" y="140341"/>
                </a:cubicBezTo>
                <a:cubicBezTo>
                  <a:pt x="1277961" y="140341"/>
                  <a:pt x="1264506" y="132933"/>
                  <a:pt x="1264506" y="123795"/>
                </a:cubicBezTo>
                <a:cubicBezTo>
                  <a:pt x="1264506" y="114656"/>
                  <a:pt x="1277961" y="107248"/>
                  <a:pt x="1294558" y="107248"/>
                </a:cubicBezTo>
                <a:cubicBezTo>
                  <a:pt x="1311146" y="107259"/>
                  <a:pt x="1324591" y="114661"/>
                  <a:pt x="1324610" y="123795"/>
                </a:cubicBezTo>
                <a:close/>
                <a:moveTo>
                  <a:pt x="58972" y="231108"/>
                </a:moveTo>
                <a:cubicBezTo>
                  <a:pt x="58972" y="240246"/>
                  <a:pt x="45517" y="247654"/>
                  <a:pt x="28920" y="247654"/>
                </a:cubicBezTo>
                <a:cubicBezTo>
                  <a:pt x="12323" y="247654"/>
                  <a:pt x="-1132" y="240246"/>
                  <a:pt x="-1132" y="231108"/>
                </a:cubicBezTo>
                <a:cubicBezTo>
                  <a:pt x="-1132" y="221969"/>
                  <a:pt x="12323" y="214561"/>
                  <a:pt x="28920" y="214561"/>
                </a:cubicBezTo>
                <a:cubicBezTo>
                  <a:pt x="45510" y="214557"/>
                  <a:pt x="58963" y="221958"/>
                  <a:pt x="58972" y="231092"/>
                </a:cubicBezTo>
                <a:cubicBezTo>
                  <a:pt x="58972" y="231097"/>
                  <a:pt x="58972" y="231103"/>
                  <a:pt x="58972" y="231108"/>
                </a:cubicBezTo>
                <a:close/>
                <a:moveTo>
                  <a:pt x="312113" y="231108"/>
                </a:moveTo>
                <a:cubicBezTo>
                  <a:pt x="312113" y="240246"/>
                  <a:pt x="298659" y="247654"/>
                  <a:pt x="282062" y="247654"/>
                </a:cubicBezTo>
                <a:cubicBezTo>
                  <a:pt x="265466" y="247654"/>
                  <a:pt x="252010" y="240246"/>
                  <a:pt x="252010" y="231108"/>
                </a:cubicBezTo>
                <a:cubicBezTo>
                  <a:pt x="252010" y="221969"/>
                  <a:pt x="265466" y="214561"/>
                  <a:pt x="282062" y="214561"/>
                </a:cubicBezTo>
                <a:cubicBezTo>
                  <a:pt x="298650" y="214572"/>
                  <a:pt x="312095" y="221974"/>
                  <a:pt x="312113" y="231108"/>
                </a:cubicBezTo>
                <a:close/>
                <a:moveTo>
                  <a:pt x="565186" y="231108"/>
                </a:moveTo>
                <a:cubicBezTo>
                  <a:pt x="565186" y="240246"/>
                  <a:pt x="551730" y="247654"/>
                  <a:pt x="535134" y="247654"/>
                </a:cubicBezTo>
                <a:cubicBezTo>
                  <a:pt x="518537" y="247654"/>
                  <a:pt x="505082" y="240246"/>
                  <a:pt x="505082" y="231108"/>
                </a:cubicBezTo>
                <a:cubicBezTo>
                  <a:pt x="505082" y="221969"/>
                  <a:pt x="518537" y="214561"/>
                  <a:pt x="535134" y="214561"/>
                </a:cubicBezTo>
                <a:cubicBezTo>
                  <a:pt x="551723" y="214557"/>
                  <a:pt x="565176" y="221958"/>
                  <a:pt x="565186" y="231092"/>
                </a:cubicBezTo>
                <a:cubicBezTo>
                  <a:pt x="565186" y="231097"/>
                  <a:pt x="565186" y="231103"/>
                  <a:pt x="565186" y="231108"/>
                </a:cubicBezTo>
                <a:close/>
                <a:moveTo>
                  <a:pt x="818327" y="231108"/>
                </a:moveTo>
                <a:cubicBezTo>
                  <a:pt x="818327" y="240246"/>
                  <a:pt x="804873" y="247654"/>
                  <a:pt x="788276" y="247654"/>
                </a:cubicBezTo>
                <a:cubicBezTo>
                  <a:pt x="771678" y="247654"/>
                  <a:pt x="758224" y="240246"/>
                  <a:pt x="758224" y="231108"/>
                </a:cubicBezTo>
                <a:cubicBezTo>
                  <a:pt x="758224" y="221969"/>
                  <a:pt x="771678" y="214561"/>
                  <a:pt x="788276" y="214561"/>
                </a:cubicBezTo>
                <a:cubicBezTo>
                  <a:pt x="804866" y="214557"/>
                  <a:pt x="818318" y="221958"/>
                  <a:pt x="818327" y="231092"/>
                </a:cubicBezTo>
                <a:cubicBezTo>
                  <a:pt x="818327" y="231097"/>
                  <a:pt x="818327" y="231103"/>
                  <a:pt x="818327" y="231108"/>
                </a:cubicBezTo>
                <a:close/>
                <a:moveTo>
                  <a:pt x="1071469" y="231108"/>
                </a:moveTo>
                <a:cubicBezTo>
                  <a:pt x="1071469" y="240246"/>
                  <a:pt x="1058015" y="247654"/>
                  <a:pt x="1041418" y="247654"/>
                </a:cubicBezTo>
                <a:cubicBezTo>
                  <a:pt x="1024821" y="247654"/>
                  <a:pt x="1011366" y="240246"/>
                  <a:pt x="1011366" y="231108"/>
                </a:cubicBezTo>
                <a:cubicBezTo>
                  <a:pt x="1011366" y="221969"/>
                  <a:pt x="1024821" y="214561"/>
                  <a:pt x="1041418" y="214561"/>
                </a:cubicBezTo>
                <a:cubicBezTo>
                  <a:pt x="1058008" y="214557"/>
                  <a:pt x="1071461" y="221958"/>
                  <a:pt x="1071469" y="231092"/>
                </a:cubicBezTo>
                <a:cubicBezTo>
                  <a:pt x="1071469" y="231097"/>
                  <a:pt x="1071469" y="231103"/>
                  <a:pt x="1071469" y="231108"/>
                </a:cubicBezTo>
                <a:close/>
                <a:moveTo>
                  <a:pt x="1324610" y="231108"/>
                </a:moveTo>
                <a:cubicBezTo>
                  <a:pt x="1324610" y="240246"/>
                  <a:pt x="1311155" y="247654"/>
                  <a:pt x="1294558" y="247654"/>
                </a:cubicBezTo>
                <a:cubicBezTo>
                  <a:pt x="1277961" y="247654"/>
                  <a:pt x="1264506" y="240246"/>
                  <a:pt x="1264506" y="231108"/>
                </a:cubicBezTo>
                <a:cubicBezTo>
                  <a:pt x="1264506" y="221969"/>
                  <a:pt x="1277961" y="214561"/>
                  <a:pt x="1294558" y="214561"/>
                </a:cubicBezTo>
                <a:cubicBezTo>
                  <a:pt x="1311146" y="214572"/>
                  <a:pt x="1324591" y="221974"/>
                  <a:pt x="1324610" y="231108"/>
                </a:cubicBezTo>
                <a:close/>
                <a:moveTo>
                  <a:pt x="58972" y="338421"/>
                </a:moveTo>
                <a:cubicBezTo>
                  <a:pt x="58972" y="347559"/>
                  <a:pt x="45517" y="354967"/>
                  <a:pt x="28920" y="354967"/>
                </a:cubicBezTo>
                <a:cubicBezTo>
                  <a:pt x="12323" y="354967"/>
                  <a:pt x="-1132" y="347559"/>
                  <a:pt x="-1132" y="338421"/>
                </a:cubicBezTo>
                <a:cubicBezTo>
                  <a:pt x="-1132" y="329282"/>
                  <a:pt x="12323" y="321875"/>
                  <a:pt x="28920" y="321875"/>
                </a:cubicBezTo>
                <a:cubicBezTo>
                  <a:pt x="45510" y="321870"/>
                  <a:pt x="58963" y="329271"/>
                  <a:pt x="58972" y="338405"/>
                </a:cubicBezTo>
                <a:cubicBezTo>
                  <a:pt x="58972" y="338411"/>
                  <a:pt x="58972" y="338416"/>
                  <a:pt x="58972" y="338421"/>
                </a:cubicBezTo>
                <a:close/>
                <a:moveTo>
                  <a:pt x="312113" y="338421"/>
                </a:moveTo>
                <a:cubicBezTo>
                  <a:pt x="312113" y="347559"/>
                  <a:pt x="298659" y="354967"/>
                  <a:pt x="282062" y="354967"/>
                </a:cubicBezTo>
                <a:cubicBezTo>
                  <a:pt x="265466" y="354967"/>
                  <a:pt x="252010" y="347559"/>
                  <a:pt x="252010" y="338421"/>
                </a:cubicBezTo>
                <a:cubicBezTo>
                  <a:pt x="252010" y="329282"/>
                  <a:pt x="265466" y="321875"/>
                  <a:pt x="282062" y="321875"/>
                </a:cubicBezTo>
                <a:cubicBezTo>
                  <a:pt x="298650" y="321885"/>
                  <a:pt x="312095" y="329287"/>
                  <a:pt x="312113" y="338421"/>
                </a:cubicBezTo>
                <a:close/>
                <a:moveTo>
                  <a:pt x="565186" y="338421"/>
                </a:moveTo>
                <a:cubicBezTo>
                  <a:pt x="565186" y="347559"/>
                  <a:pt x="551730" y="354967"/>
                  <a:pt x="535134" y="354967"/>
                </a:cubicBezTo>
                <a:cubicBezTo>
                  <a:pt x="518537" y="354967"/>
                  <a:pt x="505082" y="347559"/>
                  <a:pt x="505082" y="338421"/>
                </a:cubicBezTo>
                <a:cubicBezTo>
                  <a:pt x="505082" y="329282"/>
                  <a:pt x="518537" y="321875"/>
                  <a:pt x="535134" y="321875"/>
                </a:cubicBezTo>
                <a:cubicBezTo>
                  <a:pt x="551723" y="321870"/>
                  <a:pt x="565176" y="329271"/>
                  <a:pt x="565186" y="338405"/>
                </a:cubicBezTo>
                <a:cubicBezTo>
                  <a:pt x="565186" y="338411"/>
                  <a:pt x="565186" y="338416"/>
                  <a:pt x="565186" y="338421"/>
                </a:cubicBezTo>
                <a:close/>
                <a:moveTo>
                  <a:pt x="818327" y="338421"/>
                </a:moveTo>
                <a:cubicBezTo>
                  <a:pt x="818327" y="347559"/>
                  <a:pt x="804873" y="354967"/>
                  <a:pt x="788276" y="354967"/>
                </a:cubicBezTo>
                <a:cubicBezTo>
                  <a:pt x="771678" y="354967"/>
                  <a:pt x="758224" y="347559"/>
                  <a:pt x="758224" y="338421"/>
                </a:cubicBezTo>
                <a:cubicBezTo>
                  <a:pt x="758224" y="329282"/>
                  <a:pt x="771678" y="321875"/>
                  <a:pt x="788276" y="321875"/>
                </a:cubicBezTo>
                <a:cubicBezTo>
                  <a:pt x="804866" y="321870"/>
                  <a:pt x="818318" y="329271"/>
                  <a:pt x="818327" y="338405"/>
                </a:cubicBezTo>
                <a:cubicBezTo>
                  <a:pt x="818327" y="338411"/>
                  <a:pt x="818327" y="338416"/>
                  <a:pt x="818327" y="338421"/>
                </a:cubicBezTo>
                <a:close/>
                <a:moveTo>
                  <a:pt x="1071469" y="338421"/>
                </a:moveTo>
                <a:cubicBezTo>
                  <a:pt x="1071469" y="347559"/>
                  <a:pt x="1058015" y="354967"/>
                  <a:pt x="1041418" y="354967"/>
                </a:cubicBezTo>
                <a:cubicBezTo>
                  <a:pt x="1024821" y="354967"/>
                  <a:pt x="1011366" y="347559"/>
                  <a:pt x="1011366" y="338421"/>
                </a:cubicBezTo>
                <a:cubicBezTo>
                  <a:pt x="1011366" y="329282"/>
                  <a:pt x="1024821" y="321875"/>
                  <a:pt x="1041418" y="321875"/>
                </a:cubicBezTo>
                <a:cubicBezTo>
                  <a:pt x="1058008" y="321870"/>
                  <a:pt x="1071461" y="329271"/>
                  <a:pt x="1071469" y="338405"/>
                </a:cubicBezTo>
                <a:cubicBezTo>
                  <a:pt x="1071469" y="338411"/>
                  <a:pt x="1071469" y="338416"/>
                  <a:pt x="1071469" y="338421"/>
                </a:cubicBezTo>
                <a:close/>
                <a:moveTo>
                  <a:pt x="1324610" y="338421"/>
                </a:moveTo>
                <a:cubicBezTo>
                  <a:pt x="1324610" y="347559"/>
                  <a:pt x="1311155" y="354967"/>
                  <a:pt x="1294558" y="354967"/>
                </a:cubicBezTo>
                <a:cubicBezTo>
                  <a:pt x="1277961" y="354967"/>
                  <a:pt x="1264506" y="347559"/>
                  <a:pt x="1264506" y="338421"/>
                </a:cubicBezTo>
                <a:cubicBezTo>
                  <a:pt x="1264506" y="329282"/>
                  <a:pt x="1277961" y="321875"/>
                  <a:pt x="1294558" y="321875"/>
                </a:cubicBezTo>
                <a:cubicBezTo>
                  <a:pt x="1311146" y="321885"/>
                  <a:pt x="1324591" y="329287"/>
                  <a:pt x="1324610" y="338421"/>
                </a:cubicBezTo>
                <a:close/>
                <a:moveTo>
                  <a:pt x="58972" y="445734"/>
                </a:moveTo>
                <a:cubicBezTo>
                  <a:pt x="58972" y="454872"/>
                  <a:pt x="45517" y="462280"/>
                  <a:pt x="28920" y="462280"/>
                </a:cubicBezTo>
                <a:cubicBezTo>
                  <a:pt x="12323" y="462280"/>
                  <a:pt x="-1132" y="454872"/>
                  <a:pt x="-1132" y="445734"/>
                </a:cubicBezTo>
                <a:cubicBezTo>
                  <a:pt x="-1132" y="436595"/>
                  <a:pt x="12323" y="429188"/>
                  <a:pt x="28920" y="429188"/>
                </a:cubicBezTo>
                <a:cubicBezTo>
                  <a:pt x="45510" y="429183"/>
                  <a:pt x="58963" y="436584"/>
                  <a:pt x="58972" y="445718"/>
                </a:cubicBezTo>
                <a:cubicBezTo>
                  <a:pt x="58972" y="445723"/>
                  <a:pt x="58972" y="445728"/>
                  <a:pt x="58972" y="445734"/>
                </a:cubicBezTo>
                <a:close/>
                <a:moveTo>
                  <a:pt x="312113" y="445734"/>
                </a:moveTo>
                <a:cubicBezTo>
                  <a:pt x="312113" y="454872"/>
                  <a:pt x="298659" y="462280"/>
                  <a:pt x="282062" y="462280"/>
                </a:cubicBezTo>
                <a:cubicBezTo>
                  <a:pt x="265466" y="462280"/>
                  <a:pt x="252010" y="454872"/>
                  <a:pt x="252010" y="445734"/>
                </a:cubicBezTo>
                <a:cubicBezTo>
                  <a:pt x="252010" y="436595"/>
                  <a:pt x="265466" y="429188"/>
                  <a:pt x="282062" y="429188"/>
                </a:cubicBezTo>
                <a:cubicBezTo>
                  <a:pt x="298650" y="429198"/>
                  <a:pt x="312095" y="436600"/>
                  <a:pt x="312113" y="445734"/>
                </a:cubicBezTo>
                <a:close/>
                <a:moveTo>
                  <a:pt x="565186" y="445734"/>
                </a:moveTo>
                <a:cubicBezTo>
                  <a:pt x="565186" y="454872"/>
                  <a:pt x="551730" y="462280"/>
                  <a:pt x="535134" y="462280"/>
                </a:cubicBezTo>
                <a:cubicBezTo>
                  <a:pt x="518537" y="462280"/>
                  <a:pt x="505082" y="454872"/>
                  <a:pt x="505082" y="445734"/>
                </a:cubicBezTo>
                <a:cubicBezTo>
                  <a:pt x="505082" y="436595"/>
                  <a:pt x="518537" y="429188"/>
                  <a:pt x="535134" y="429188"/>
                </a:cubicBezTo>
                <a:cubicBezTo>
                  <a:pt x="551723" y="429183"/>
                  <a:pt x="565176" y="436584"/>
                  <a:pt x="565186" y="445718"/>
                </a:cubicBezTo>
                <a:cubicBezTo>
                  <a:pt x="565186" y="445723"/>
                  <a:pt x="565186" y="445728"/>
                  <a:pt x="565186" y="445734"/>
                </a:cubicBezTo>
                <a:close/>
                <a:moveTo>
                  <a:pt x="818327" y="445734"/>
                </a:moveTo>
                <a:cubicBezTo>
                  <a:pt x="818327" y="454872"/>
                  <a:pt x="804873" y="462280"/>
                  <a:pt x="788276" y="462280"/>
                </a:cubicBezTo>
                <a:cubicBezTo>
                  <a:pt x="771678" y="462280"/>
                  <a:pt x="758224" y="454872"/>
                  <a:pt x="758224" y="445734"/>
                </a:cubicBezTo>
                <a:cubicBezTo>
                  <a:pt x="758224" y="436595"/>
                  <a:pt x="771678" y="429188"/>
                  <a:pt x="788276" y="429188"/>
                </a:cubicBezTo>
                <a:cubicBezTo>
                  <a:pt x="804866" y="429183"/>
                  <a:pt x="818318" y="436584"/>
                  <a:pt x="818327" y="445718"/>
                </a:cubicBezTo>
                <a:cubicBezTo>
                  <a:pt x="818327" y="445723"/>
                  <a:pt x="818327" y="445728"/>
                  <a:pt x="818327" y="445734"/>
                </a:cubicBezTo>
                <a:close/>
                <a:moveTo>
                  <a:pt x="1071469" y="445734"/>
                </a:moveTo>
                <a:cubicBezTo>
                  <a:pt x="1071469" y="454872"/>
                  <a:pt x="1058015" y="462280"/>
                  <a:pt x="1041418" y="462280"/>
                </a:cubicBezTo>
                <a:cubicBezTo>
                  <a:pt x="1024821" y="462280"/>
                  <a:pt x="1011366" y="454872"/>
                  <a:pt x="1011366" y="445734"/>
                </a:cubicBezTo>
                <a:cubicBezTo>
                  <a:pt x="1011366" y="436595"/>
                  <a:pt x="1024821" y="429188"/>
                  <a:pt x="1041418" y="429188"/>
                </a:cubicBezTo>
                <a:cubicBezTo>
                  <a:pt x="1058008" y="429183"/>
                  <a:pt x="1071461" y="436584"/>
                  <a:pt x="1071469" y="445718"/>
                </a:cubicBezTo>
                <a:cubicBezTo>
                  <a:pt x="1071469" y="445723"/>
                  <a:pt x="1071469" y="445728"/>
                  <a:pt x="1071469" y="445734"/>
                </a:cubicBezTo>
                <a:close/>
                <a:moveTo>
                  <a:pt x="1324610" y="445734"/>
                </a:moveTo>
                <a:cubicBezTo>
                  <a:pt x="1324610" y="454872"/>
                  <a:pt x="1311155" y="462280"/>
                  <a:pt x="1294558" y="462280"/>
                </a:cubicBezTo>
                <a:cubicBezTo>
                  <a:pt x="1277961" y="462280"/>
                  <a:pt x="1264506" y="454872"/>
                  <a:pt x="1264506" y="445734"/>
                </a:cubicBezTo>
                <a:cubicBezTo>
                  <a:pt x="1264506" y="436595"/>
                  <a:pt x="1277961" y="429188"/>
                  <a:pt x="1294558" y="429188"/>
                </a:cubicBezTo>
                <a:cubicBezTo>
                  <a:pt x="1311146" y="429198"/>
                  <a:pt x="1324591" y="436600"/>
                  <a:pt x="1324610" y="445734"/>
                </a:cubicBez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7" name="Text 2"/>
          <p:cNvSpPr/>
          <p:nvPr/>
        </p:nvSpPr>
        <p:spPr>
          <a:xfrm>
            <a:off x="5096510" y="871220"/>
            <a:ext cx="1324610" cy="46228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Text 3"/>
          <p:cNvSpPr/>
          <p:nvPr/>
        </p:nvSpPr>
        <p:spPr>
          <a:xfrm>
            <a:off x="1118235" y="5503545"/>
            <a:ext cx="3087370" cy="3987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汇报人：</a:t>
            </a:r>
            <a:r>
              <a:rPr lang="zh-CN" alt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清绪</a:t>
            </a:r>
            <a:r>
              <a:rPr lang="en-US" altLang="zh-CN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&amp;</a:t>
            </a:r>
            <a:r>
              <a:rPr lang="zh-CN" alt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浮生若梦</a:t>
            </a:r>
          </a:p>
        </p:txBody>
      </p:sp>
      <p:sp>
        <p:nvSpPr>
          <p:cNvPr id="9" name="Text 4"/>
          <p:cNvSpPr/>
          <p:nvPr/>
        </p:nvSpPr>
        <p:spPr>
          <a:xfrm>
            <a:off x="7936865" y="5659755"/>
            <a:ext cx="3417570" cy="38163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r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汇报时间：2025/12/03</a:t>
            </a:r>
            <a:endParaRPr lang="en-US" sz="1600" dirty="0"/>
          </a:p>
        </p:txBody>
      </p:sp>
      <p:sp>
        <p:nvSpPr>
          <p:cNvPr id="10" name="Shape 5"/>
          <p:cNvSpPr/>
          <p:nvPr/>
        </p:nvSpPr>
        <p:spPr>
          <a:xfrm>
            <a:off x="957050" y="987713"/>
            <a:ext cx="878810" cy="279259"/>
          </a:xfrm>
          <a:custGeom>
            <a:avLst/>
            <a:gdLst/>
            <a:ahLst/>
            <a:cxnLst/>
            <a:rect l="l" t="t" r="r" b="b"/>
            <a:pathLst>
              <a:path w="878810" h="279259">
                <a:moveTo>
                  <a:pt x="192859" y="139265"/>
                </a:moveTo>
                <a:lnTo>
                  <a:pt x="54326" y="-101"/>
                </a:lnTo>
                <a:lnTo>
                  <a:pt x="-976" y="55587"/>
                </a:lnTo>
                <a:lnTo>
                  <a:pt x="43352" y="100198"/>
                </a:lnTo>
                <a:lnTo>
                  <a:pt x="78533" y="139582"/>
                </a:lnTo>
                <a:lnTo>
                  <a:pt x="43352" y="178953"/>
                </a:lnTo>
                <a:lnTo>
                  <a:pt x="-976" y="223565"/>
                </a:lnTo>
                <a:lnTo>
                  <a:pt x="54326" y="279259"/>
                </a:lnTo>
                <a:lnTo>
                  <a:pt x="192859" y="139893"/>
                </a:lnTo>
                <a:lnTo>
                  <a:pt x="192553" y="139576"/>
                </a:lnTo>
                <a:close/>
                <a:moveTo>
                  <a:pt x="421509" y="139265"/>
                </a:moveTo>
                <a:lnTo>
                  <a:pt x="282977" y="-101"/>
                </a:lnTo>
                <a:lnTo>
                  <a:pt x="227674" y="55587"/>
                </a:lnTo>
                <a:lnTo>
                  <a:pt x="272002" y="100198"/>
                </a:lnTo>
                <a:lnTo>
                  <a:pt x="307123" y="139582"/>
                </a:lnTo>
                <a:lnTo>
                  <a:pt x="272002" y="178953"/>
                </a:lnTo>
                <a:lnTo>
                  <a:pt x="227674" y="223565"/>
                </a:lnTo>
                <a:lnTo>
                  <a:pt x="282977" y="279259"/>
                </a:lnTo>
                <a:lnTo>
                  <a:pt x="421509" y="139893"/>
                </a:lnTo>
                <a:lnTo>
                  <a:pt x="421204" y="139576"/>
                </a:lnTo>
                <a:close/>
                <a:moveTo>
                  <a:pt x="650160" y="139265"/>
                </a:moveTo>
                <a:lnTo>
                  <a:pt x="511627" y="-101"/>
                </a:lnTo>
                <a:lnTo>
                  <a:pt x="456264" y="55587"/>
                </a:lnTo>
                <a:lnTo>
                  <a:pt x="500653" y="100198"/>
                </a:lnTo>
                <a:lnTo>
                  <a:pt x="535774" y="139582"/>
                </a:lnTo>
                <a:lnTo>
                  <a:pt x="500653" y="178953"/>
                </a:lnTo>
                <a:lnTo>
                  <a:pt x="456264" y="223565"/>
                </a:lnTo>
                <a:lnTo>
                  <a:pt x="511627" y="279259"/>
                </a:lnTo>
                <a:lnTo>
                  <a:pt x="650160" y="139893"/>
                </a:lnTo>
                <a:lnTo>
                  <a:pt x="649854" y="139576"/>
                </a:lnTo>
                <a:close/>
                <a:moveTo>
                  <a:pt x="878810" y="139265"/>
                </a:moveTo>
                <a:lnTo>
                  <a:pt x="740277" y="-101"/>
                </a:lnTo>
                <a:lnTo>
                  <a:pt x="684914" y="55587"/>
                </a:lnTo>
                <a:lnTo>
                  <a:pt x="729242" y="100198"/>
                </a:lnTo>
                <a:lnTo>
                  <a:pt x="764423" y="139582"/>
                </a:lnTo>
                <a:lnTo>
                  <a:pt x="729242" y="178953"/>
                </a:lnTo>
                <a:lnTo>
                  <a:pt x="684914" y="223565"/>
                </a:lnTo>
                <a:lnTo>
                  <a:pt x="740277" y="279259"/>
                </a:lnTo>
                <a:lnTo>
                  <a:pt x="878810" y="139893"/>
                </a:lnTo>
                <a:lnTo>
                  <a:pt x="878444" y="139576"/>
                </a:lnTo>
                <a:close/>
              </a:path>
            </a:pathLst>
          </a:custGeom>
          <a:solidFill>
            <a:srgbClr val="2142EF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1" name="Text 6"/>
          <p:cNvSpPr/>
          <p:nvPr/>
        </p:nvSpPr>
        <p:spPr>
          <a:xfrm>
            <a:off x="957050" y="987713"/>
            <a:ext cx="878810" cy="279259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10444145" y="2935569"/>
            <a:ext cx="1141923" cy="723293"/>
          </a:xfrm>
          <a:custGeom>
            <a:avLst/>
            <a:gdLst/>
            <a:ahLst/>
            <a:cxnLst/>
            <a:rect l="l" t="t" r="r" b="b"/>
            <a:pathLst>
              <a:path w="1141923" h="723293">
                <a:moveTo>
                  <a:pt x="50838" y="25788"/>
                </a:moveTo>
                <a:cubicBezTo>
                  <a:pt x="50838" y="40086"/>
                  <a:pt x="39239" y="51676"/>
                  <a:pt x="24931" y="51676"/>
                </a:cubicBezTo>
                <a:cubicBezTo>
                  <a:pt x="10623" y="51676"/>
                  <a:pt x="-976" y="40086"/>
                  <a:pt x="-976" y="25788"/>
                </a:cubicBezTo>
                <a:cubicBezTo>
                  <a:pt x="-976" y="11490"/>
                  <a:pt x="10623" y="-101"/>
                  <a:pt x="24931" y="-101"/>
                </a:cubicBezTo>
                <a:cubicBezTo>
                  <a:pt x="39233" y="-108"/>
                  <a:pt x="50831" y="11473"/>
                  <a:pt x="50838" y="25763"/>
                </a:cubicBezTo>
                <a:cubicBezTo>
                  <a:pt x="50838" y="25772"/>
                  <a:pt x="50838" y="25780"/>
                  <a:pt x="50838" y="25788"/>
                </a:cubicBezTo>
                <a:close/>
                <a:moveTo>
                  <a:pt x="269068" y="25788"/>
                </a:moveTo>
                <a:cubicBezTo>
                  <a:pt x="269068" y="40086"/>
                  <a:pt x="257469" y="51676"/>
                  <a:pt x="243160" y="51676"/>
                </a:cubicBezTo>
                <a:cubicBezTo>
                  <a:pt x="228853" y="51676"/>
                  <a:pt x="217253" y="40086"/>
                  <a:pt x="217253" y="25788"/>
                </a:cubicBezTo>
                <a:cubicBezTo>
                  <a:pt x="217253" y="11490"/>
                  <a:pt x="228853" y="-101"/>
                  <a:pt x="243160" y="-101"/>
                </a:cubicBezTo>
                <a:cubicBezTo>
                  <a:pt x="257461" y="-84"/>
                  <a:pt x="269051" y="11497"/>
                  <a:pt x="269068" y="25788"/>
                </a:cubicBezTo>
                <a:close/>
                <a:moveTo>
                  <a:pt x="487237" y="25788"/>
                </a:moveTo>
                <a:cubicBezTo>
                  <a:pt x="487237" y="40086"/>
                  <a:pt x="475637" y="51676"/>
                  <a:pt x="461329" y="51676"/>
                </a:cubicBezTo>
                <a:cubicBezTo>
                  <a:pt x="447021" y="51676"/>
                  <a:pt x="435422" y="40086"/>
                  <a:pt x="435422" y="25788"/>
                </a:cubicBezTo>
                <a:cubicBezTo>
                  <a:pt x="435422" y="11490"/>
                  <a:pt x="447021" y="-101"/>
                  <a:pt x="461329" y="-101"/>
                </a:cubicBezTo>
                <a:cubicBezTo>
                  <a:pt x="475631" y="-108"/>
                  <a:pt x="487229" y="11473"/>
                  <a:pt x="487237" y="25763"/>
                </a:cubicBezTo>
                <a:cubicBezTo>
                  <a:pt x="487237" y="25772"/>
                  <a:pt x="487237" y="25780"/>
                  <a:pt x="487237" y="25788"/>
                </a:cubicBezTo>
                <a:close/>
                <a:moveTo>
                  <a:pt x="705466" y="25788"/>
                </a:moveTo>
                <a:cubicBezTo>
                  <a:pt x="705466" y="40086"/>
                  <a:pt x="693867" y="51676"/>
                  <a:pt x="679559" y="51676"/>
                </a:cubicBezTo>
                <a:cubicBezTo>
                  <a:pt x="665250" y="51676"/>
                  <a:pt x="653652" y="40086"/>
                  <a:pt x="653652" y="25788"/>
                </a:cubicBezTo>
                <a:cubicBezTo>
                  <a:pt x="653652" y="11490"/>
                  <a:pt x="665250" y="-101"/>
                  <a:pt x="679559" y="-101"/>
                </a:cubicBezTo>
                <a:cubicBezTo>
                  <a:pt x="693861" y="-108"/>
                  <a:pt x="705458" y="11473"/>
                  <a:pt x="705466" y="25763"/>
                </a:cubicBezTo>
                <a:cubicBezTo>
                  <a:pt x="705466" y="25772"/>
                  <a:pt x="705466" y="25780"/>
                  <a:pt x="705466" y="25788"/>
                </a:cubicBezTo>
                <a:close/>
                <a:moveTo>
                  <a:pt x="923695" y="25788"/>
                </a:moveTo>
                <a:cubicBezTo>
                  <a:pt x="923695" y="40086"/>
                  <a:pt x="912096" y="51676"/>
                  <a:pt x="897788" y="51676"/>
                </a:cubicBezTo>
                <a:cubicBezTo>
                  <a:pt x="883481" y="51676"/>
                  <a:pt x="871881" y="40086"/>
                  <a:pt x="871881" y="25788"/>
                </a:cubicBezTo>
                <a:cubicBezTo>
                  <a:pt x="871881" y="11490"/>
                  <a:pt x="883481" y="-101"/>
                  <a:pt x="897788" y="-101"/>
                </a:cubicBezTo>
                <a:cubicBezTo>
                  <a:pt x="912090" y="-108"/>
                  <a:pt x="923688" y="11473"/>
                  <a:pt x="923695" y="25763"/>
                </a:cubicBezTo>
                <a:cubicBezTo>
                  <a:pt x="923695" y="25772"/>
                  <a:pt x="923695" y="25780"/>
                  <a:pt x="923695" y="25788"/>
                </a:cubicBezTo>
                <a:close/>
                <a:moveTo>
                  <a:pt x="1141923" y="25788"/>
                </a:moveTo>
                <a:cubicBezTo>
                  <a:pt x="1141923" y="40086"/>
                  <a:pt x="1130324" y="51676"/>
                  <a:pt x="1116016" y="51676"/>
                </a:cubicBezTo>
                <a:cubicBezTo>
                  <a:pt x="1101708" y="51676"/>
                  <a:pt x="1090109" y="40086"/>
                  <a:pt x="1090109" y="25788"/>
                </a:cubicBezTo>
                <a:cubicBezTo>
                  <a:pt x="1090109" y="11490"/>
                  <a:pt x="1101708" y="-101"/>
                  <a:pt x="1116016" y="-101"/>
                </a:cubicBezTo>
                <a:cubicBezTo>
                  <a:pt x="1130316" y="-84"/>
                  <a:pt x="1141907" y="11497"/>
                  <a:pt x="1141923" y="25788"/>
                </a:cubicBezTo>
                <a:close/>
                <a:moveTo>
                  <a:pt x="50838" y="193692"/>
                </a:moveTo>
                <a:cubicBezTo>
                  <a:pt x="50838" y="207990"/>
                  <a:pt x="39239" y="219580"/>
                  <a:pt x="24931" y="219580"/>
                </a:cubicBezTo>
                <a:cubicBezTo>
                  <a:pt x="10623" y="219580"/>
                  <a:pt x="-976" y="207990"/>
                  <a:pt x="-976" y="193692"/>
                </a:cubicBezTo>
                <a:cubicBezTo>
                  <a:pt x="-976" y="179394"/>
                  <a:pt x="10623" y="167803"/>
                  <a:pt x="24931" y="167803"/>
                </a:cubicBezTo>
                <a:cubicBezTo>
                  <a:pt x="39233" y="167796"/>
                  <a:pt x="50831" y="179377"/>
                  <a:pt x="50838" y="193668"/>
                </a:cubicBezTo>
                <a:cubicBezTo>
                  <a:pt x="50838" y="193676"/>
                  <a:pt x="50838" y="193684"/>
                  <a:pt x="50838" y="193692"/>
                </a:cubicBezTo>
                <a:close/>
                <a:moveTo>
                  <a:pt x="269068" y="193692"/>
                </a:moveTo>
                <a:cubicBezTo>
                  <a:pt x="269068" y="207990"/>
                  <a:pt x="257469" y="219580"/>
                  <a:pt x="243160" y="219580"/>
                </a:cubicBezTo>
                <a:cubicBezTo>
                  <a:pt x="228853" y="219580"/>
                  <a:pt x="217253" y="207990"/>
                  <a:pt x="217253" y="193692"/>
                </a:cubicBezTo>
                <a:cubicBezTo>
                  <a:pt x="217253" y="179394"/>
                  <a:pt x="228853" y="167803"/>
                  <a:pt x="243160" y="167803"/>
                </a:cubicBezTo>
                <a:cubicBezTo>
                  <a:pt x="257461" y="167820"/>
                  <a:pt x="269051" y="179401"/>
                  <a:pt x="269068" y="193692"/>
                </a:cubicBezTo>
                <a:close/>
                <a:moveTo>
                  <a:pt x="487237" y="193692"/>
                </a:moveTo>
                <a:cubicBezTo>
                  <a:pt x="487237" y="207990"/>
                  <a:pt x="475637" y="219580"/>
                  <a:pt x="461329" y="219580"/>
                </a:cubicBezTo>
                <a:cubicBezTo>
                  <a:pt x="447021" y="219580"/>
                  <a:pt x="435422" y="207990"/>
                  <a:pt x="435422" y="193692"/>
                </a:cubicBezTo>
                <a:cubicBezTo>
                  <a:pt x="435422" y="179394"/>
                  <a:pt x="447021" y="167803"/>
                  <a:pt x="461329" y="167803"/>
                </a:cubicBezTo>
                <a:cubicBezTo>
                  <a:pt x="475631" y="167796"/>
                  <a:pt x="487229" y="179377"/>
                  <a:pt x="487237" y="193668"/>
                </a:cubicBezTo>
                <a:cubicBezTo>
                  <a:pt x="487237" y="193676"/>
                  <a:pt x="487237" y="193684"/>
                  <a:pt x="487237" y="193692"/>
                </a:cubicBezTo>
                <a:close/>
                <a:moveTo>
                  <a:pt x="705466" y="193692"/>
                </a:moveTo>
                <a:cubicBezTo>
                  <a:pt x="705466" y="207990"/>
                  <a:pt x="693867" y="219580"/>
                  <a:pt x="679559" y="219580"/>
                </a:cubicBezTo>
                <a:cubicBezTo>
                  <a:pt x="665250" y="219580"/>
                  <a:pt x="653652" y="207990"/>
                  <a:pt x="653652" y="193692"/>
                </a:cubicBezTo>
                <a:cubicBezTo>
                  <a:pt x="653652" y="179394"/>
                  <a:pt x="665250" y="167803"/>
                  <a:pt x="679559" y="167803"/>
                </a:cubicBezTo>
                <a:cubicBezTo>
                  <a:pt x="693861" y="167796"/>
                  <a:pt x="705458" y="179377"/>
                  <a:pt x="705466" y="193668"/>
                </a:cubicBezTo>
                <a:cubicBezTo>
                  <a:pt x="705466" y="193676"/>
                  <a:pt x="705466" y="193684"/>
                  <a:pt x="705466" y="193692"/>
                </a:cubicBezTo>
                <a:close/>
                <a:moveTo>
                  <a:pt x="923695" y="193692"/>
                </a:moveTo>
                <a:cubicBezTo>
                  <a:pt x="923695" y="207990"/>
                  <a:pt x="912096" y="219580"/>
                  <a:pt x="897788" y="219580"/>
                </a:cubicBezTo>
                <a:cubicBezTo>
                  <a:pt x="883481" y="219580"/>
                  <a:pt x="871881" y="207990"/>
                  <a:pt x="871881" y="193692"/>
                </a:cubicBezTo>
                <a:cubicBezTo>
                  <a:pt x="871881" y="179394"/>
                  <a:pt x="883481" y="167803"/>
                  <a:pt x="897788" y="167803"/>
                </a:cubicBezTo>
                <a:cubicBezTo>
                  <a:pt x="912090" y="167796"/>
                  <a:pt x="923688" y="179377"/>
                  <a:pt x="923695" y="193668"/>
                </a:cubicBezTo>
                <a:cubicBezTo>
                  <a:pt x="923695" y="193676"/>
                  <a:pt x="923695" y="193684"/>
                  <a:pt x="923695" y="193692"/>
                </a:cubicBezTo>
                <a:close/>
                <a:moveTo>
                  <a:pt x="1141923" y="193692"/>
                </a:moveTo>
                <a:cubicBezTo>
                  <a:pt x="1141923" y="207990"/>
                  <a:pt x="1130324" y="219580"/>
                  <a:pt x="1116016" y="219580"/>
                </a:cubicBezTo>
                <a:cubicBezTo>
                  <a:pt x="1101708" y="219580"/>
                  <a:pt x="1090109" y="207990"/>
                  <a:pt x="1090109" y="193692"/>
                </a:cubicBezTo>
                <a:cubicBezTo>
                  <a:pt x="1090109" y="179394"/>
                  <a:pt x="1101708" y="167803"/>
                  <a:pt x="1116016" y="167803"/>
                </a:cubicBezTo>
                <a:cubicBezTo>
                  <a:pt x="1130316" y="167820"/>
                  <a:pt x="1141907" y="179401"/>
                  <a:pt x="1141923" y="193692"/>
                </a:cubicBezTo>
                <a:close/>
                <a:moveTo>
                  <a:pt x="50838" y="361596"/>
                </a:moveTo>
                <a:cubicBezTo>
                  <a:pt x="50838" y="375894"/>
                  <a:pt x="39239" y="387485"/>
                  <a:pt x="24931" y="387485"/>
                </a:cubicBezTo>
                <a:cubicBezTo>
                  <a:pt x="10623" y="387485"/>
                  <a:pt x="-976" y="375894"/>
                  <a:pt x="-976" y="361596"/>
                </a:cubicBezTo>
                <a:cubicBezTo>
                  <a:pt x="-976" y="347298"/>
                  <a:pt x="10623" y="335707"/>
                  <a:pt x="24931" y="335707"/>
                </a:cubicBezTo>
                <a:cubicBezTo>
                  <a:pt x="39233" y="335700"/>
                  <a:pt x="50831" y="347280"/>
                  <a:pt x="50838" y="361571"/>
                </a:cubicBezTo>
                <a:cubicBezTo>
                  <a:pt x="50838" y="361579"/>
                  <a:pt x="50838" y="361588"/>
                  <a:pt x="50838" y="361596"/>
                </a:cubicBezTo>
                <a:close/>
                <a:moveTo>
                  <a:pt x="269068" y="361596"/>
                </a:moveTo>
                <a:cubicBezTo>
                  <a:pt x="269068" y="375894"/>
                  <a:pt x="257469" y="387485"/>
                  <a:pt x="243160" y="387485"/>
                </a:cubicBezTo>
                <a:cubicBezTo>
                  <a:pt x="228853" y="387485"/>
                  <a:pt x="217253" y="375894"/>
                  <a:pt x="217253" y="361596"/>
                </a:cubicBezTo>
                <a:cubicBezTo>
                  <a:pt x="217253" y="347298"/>
                  <a:pt x="228853" y="335707"/>
                  <a:pt x="243160" y="335707"/>
                </a:cubicBezTo>
                <a:cubicBezTo>
                  <a:pt x="257461" y="335724"/>
                  <a:pt x="269051" y="347305"/>
                  <a:pt x="269068" y="361596"/>
                </a:cubicBezTo>
                <a:close/>
                <a:moveTo>
                  <a:pt x="487237" y="361596"/>
                </a:moveTo>
                <a:cubicBezTo>
                  <a:pt x="487237" y="375894"/>
                  <a:pt x="475637" y="387485"/>
                  <a:pt x="461329" y="387485"/>
                </a:cubicBezTo>
                <a:cubicBezTo>
                  <a:pt x="447021" y="387485"/>
                  <a:pt x="435422" y="375894"/>
                  <a:pt x="435422" y="361596"/>
                </a:cubicBezTo>
                <a:cubicBezTo>
                  <a:pt x="435422" y="347298"/>
                  <a:pt x="447021" y="335707"/>
                  <a:pt x="461329" y="335707"/>
                </a:cubicBezTo>
                <a:cubicBezTo>
                  <a:pt x="475631" y="335700"/>
                  <a:pt x="487229" y="347280"/>
                  <a:pt x="487237" y="361571"/>
                </a:cubicBezTo>
                <a:cubicBezTo>
                  <a:pt x="487237" y="361579"/>
                  <a:pt x="487237" y="361588"/>
                  <a:pt x="487237" y="361596"/>
                </a:cubicBezTo>
                <a:close/>
                <a:moveTo>
                  <a:pt x="705466" y="361596"/>
                </a:moveTo>
                <a:cubicBezTo>
                  <a:pt x="705466" y="375894"/>
                  <a:pt x="693867" y="387485"/>
                  <a:pt x="679559" y="387485"/>
                </a:cubicBezTo>
                <a:cubicBezTo>
                  <a:pt x="665250" y="387485"/>
                  <a:pt x="653652" y="375894"/>
                  <a:pt x="653652" y="361596"/>
                </a:cubicBezTo>
                <a:cubicBezTo>
                  <a:pt x="653652" y="347298"/>
                  <a:pt x="665250" y="335707"/>
                  <a:pt x="679559" y="335707"/>
                </a:cubicBezTo>
                <a:cubicBezTo>
                  <a:pt x="693861" y="335700"/>
                  <a:pt x="705458" y="347280"/>
                  <a:pt x="705466" y="361571"/>
                </a:cubicBezTo>
                <a:cubicBezTo>
                  <a:pt x="705466" y="361579"/>
                  <a:pt x="705466" y="361588"/>
                  <a:pt x="705466" y="361596"/>
                </a:cubicBezTo>
                <a:close/>
                <a:moveTo>
                  <a:pt x="923695" y="361596"/>
                </a:moveTo>
                <a:cubicBezTo>
                  <a:pt x="923695" y="375894"/>
                  <a:pt x="912096" y="387485"/>
                  <a:pt x="897788" y="387485"/>
                </a:cubicBezTo>
                <a:cubicBezTo>
                  <a:pt x="883481" y="387485"/>
                  <a:pt x="871881" y="375894"/>
                  <a:pt x="871881" y="361596"/>
                </a:cubicBezTo>
                <a:cubicBezTo>
                  <a:pt x="871881" y="347298"/>
                  <a:pt x="883481" y="335707"/>
                  <a:pt x="897788" y="335707"/>
                </a:cubicBezTo>
                <a:cubicBezTo>
                  <a:pt x="912090" y="335700"/>
                  <a:pt x="923688" y="347280"/>
                  <a:pt x="923695" y="361571"/>
                </a:cubicBezTo>
                <a:cubicBezTo>
                  <a:pt x="923695" y="361579"/>
                  <a:pt x="923695" y="361588"/>
                  <a:pt x="923695" y="361596"/>
                </a:cubicBezTo>
                <a:close/>
                <a:moveTo>
                  <a:pt x="1141923" y="361596"/>
                </a:moveTo>
                <a:cubicBezTo>
                  <a:pt x="1141923" y="375894"/>
                  <a:pt x="1130324" y="387485"/>
                  <a:pt x="1116016" y="387485"/>
                </a:cubicBezTo>
                <a:cubicBezTo>
                  <a:pt x="1101708" y="387485"/>
                  <a:pt x="1090109" y="375894"/>
                  <a:pt x="1090109" y="361596"/>
                </a:cubicBezTo>
                <a:cubicBezTo>
                  <a:pt x="1090109" y="347298"/>
                  <a:pt x="1101708" y="335707"/>
                  <a:pt x="1116016" y="335707"/>
                </a:cubicBezTo>
                <a:cubicBezTo>
                  <a:pt x="1130316" y="335724"/>
                  <a:pt x="1141907" y="347305"/>
                  <a:pt x="1141923" y="361596"/>
                </a:cubicBezTo>
                <a:close/>
                <a:moveTo>
                  <a:pt x="50838" y="529500"/>
                </a:moveTo>
                <a:cubicBezTo>
                  <a:pt x="50838" y="543798"/>
                  <a:pt x="39239" y="555389"/>
                  <a:pt x="24931" y="555389"/>
                </a:cubicBezTo>
                <a:cubicBezTo>
                  <a:pt x="10623" y="555389"/>
                  <a:pt x="-976" y="543798"/>
                  <a:pt x="-976" y="529500"/>
                </a:cubicBezTo>
                <a:cubicBezTo>
                  <a:pt x="-976" y="515202"/>
                  <a:pt x="10623" y="503612"/>
                  <a:pt x="24931" y="503612"/>
                </a:cubicBezTo>
                <a:cubicBezTo>
                  <a:pt x="39233" y="503605"/>
                  <a:pt x="50831" y="515184"/>
                  <a:pt x="50838" y="529475"/>
                </a:cubicBezTo>
                <a:cubicBezTo>
                  <a:pt x="50838" y="529484"/>
                  <a:pt x="50838" y="529492"/>
                  <a:pt x="50838" y="529500"/>
                </a:cubicBezTo>
                <a:close/>
                <a:moveTo>
                  <a:pt x="269068" y="529500"/>
                </a:moveTo>
                <a:cubicBezTo>
                  <a:pt x="269068" y="543798"/>
                  <a:pt x="257469" y="555389"/>
                  <a:pt x="243160" y="555389"/>
                </a:cubicBezTo>
                <a:cubicBezTo>
                  <a:pt x="228853" y="555389"/>
                  <a:pt x="217253" y="543798"/>
                  <a:pt x="217253" y="529500"/>
                </a:cubicBezTo>
                <a:cubicBezTo>
                  <a:pt x="217253" y="515202"/>
                  <a:pt x="228853" y="503612"/>
                  <a:pt x="243160" y="503612"/>
                </a:cubicBezTo>
                <a:cubicBezTo>
                  <a:pt x="257461" y="503629"/>
                  <a:pt x="269051" y="515209"/>
                  <a:pt x="269068" y="529500"/>
                </a:cubicBezTo>
                <a:close/>
                <a:moveTo>
                  <a:pt x="487237" y="529500"/>
                </a:moveTo>
                <a:cubicBezTo>
                  <a:pt x="487237" y="543798"/>
                  <a:pt x="475637" y="555389"/>
                  <a:pt x="461329" y="555389"/>
                </a:cubicBezTo>
                <a:cubicBezTo>
                  <a:pt x="447021" y="555389"/>
                  <a:pt x="435422" y="543798"/>
                  <a:pt x="435422" y="529500"/>
                </a:cubicBezTo>
                <a:cubicBezTo>
                  <a:pt x="435422" y="515202"/>
                  <a:pt x="447021" y="503612"/>
                  <a:pt x="461329" y="503612"/>
                </a:cubicBezTo>
                <a:cubicBezTo>
                  <a:pt x="475631" y="503605"/>
                  <a:pt x="487229" y="515184"/>
                  <a:pt x="487237" y="529475"/>
                </a:cubicBezTo>
                <a:cubicBezTo>
                  <a:pt x="487237" y="529484"/>
                  <a:pt x="487237" y="529492"/>
                  <a:pt x="487237" y="529500"/>
                </a:cubicBezTo>
                <a:close/>
                <a:moveTo>
                  <a:pt x="705466" y="529500"/>
                </a:moveTo>
                <a:cubicBezTo>
                  <a:pt x="705466" y="543798"/>
                  <a:pt x="693867" y="555389"/>
                  <a:pt x="679559" y="555389"/>
                </a:cubicBezTo>
                <a:cubicBezTo>
                  <a:pt x="665250" y="555389"/>
                  <a:pt x="653652" y="543798"/>
                  <a:pt x="653652" y="529500"/>
                </a:cubicBezTo>
                <a:cubicBezTo>
                  <a:pt x="653652" y="515202"/>
                  <a:pt x="665250" y="503612"/>
                  <a:pt x="679559" y="503612"/>
                </a:cubicBezTo>
                <a:cubicBezTo>
                  <a:pt x="693861" y="503605"/>
                  <a:pt x="705458" y="515184"/>
                  <a:pt x="705466" y="529475"/>
                </a:cubicBezTo>
                <a:cubicBezTo>
                  <a:pt x="705466" y="529484"/>
                  <a:pt x="705466" y="529492"/>
                  <a:pt x="705466" y="529500"/>
                </a:cubicBezTo>
                <a:close/>
                <a:moveTo>
                  <a:pt x="923695" y="529500"/>
                </a:moveTo>
                <a:cubicBezTo>
                  <a:pt x="923695" y="543798"/>
                  <a:pt x="912096" y="555389"/>
                  <a:pt x="897788" y="555389"/>
                </a:cubicBezTo>
                <a:cubicBezTo>
                  <a:pt x="883481" y="555389"/>
                  <a:pt x="871881" y="543798"/>
                  <a:pt x="871881" y="529500"/>
                </a:cubicBezTo>
                <a:cubicBezTo>
                  <a:pt x="871881" y="515202"/>
                  <a:pt x="883481" y="503612"/>
                  <a:pt x="897788" y="503612"/>
                </a:cubicBezTo>
                <a:cubicBezTo>
                  <a:pt x="912090" y="503605"/>
                  <a:pt x="923688" y="515184"/>
                  <a:pt x="923695" y="529475"/>
                </a:cubicBezTo>
                <a:cubicBezTo>
                  <a:pt x="923695" y="529484"/>
                  <a:pt x="923695" y="529492"/>
                  <a:pt x="923695" y="529500"/>
                </a:cubicBezTo>
                <a:close/>
                <a:moveTo>
                  <a:pt x="1141923" y="529500"/>
                </a:moveTo>
                <a:cubicBezTo>
                  <a:pt x="1141923" y="543798"/>
                  <a:pt x="1130324" y="555389"/>
                  <a:pt x="1116016" y="555389"/>
                </a:cubicBezTo>
                <a:cubicBezTo>
                  <a:pt x="1101708" y="555389"/>
                  <a:pt x="1090109" y="543798"/>
                  <a:pt x="1090109" y="529500"/>
                </a:cubicBezTo>
                <a:cubicBezTo>
                  <a:pt x="1090109" y="515202"/>
                  <a:pt x="1101708" y="503612"/>
                  <a:pt x="1116016" y="503612"/>
                </a:cubicBezTo>
                <a:cubicBezTo>
                  <a:pt x="1130316" y="503629"/>
                  <a:pt x="1141907" y="515209"/>
                  <a:pt x="1141923" y="529500"/>
                </a:cubicBezTo>
                <a:close/>
                <a:moveTo>
                  <a:pt x="50838" y="697404"/>
                </a:moveTo>
                <a:cubicBezTo>
                  <a:pt x="50838" y="711702"/>
                  <a:pt x="39239" y="723293"/>
                  <a:pt x="24931" y="723293"/>
                </a:cubicBezTo>
                <a:cubicBezTo>
                  <a:pt x="10623" y="723293"/>
                  <a:pt x="-976" y="711702"/>
                  <a:pt x="-976" y="697404"/>
                </a:cubicBezTo>
                <a:cubicBezTo>
                  <a:pt x="-976" y="683106"/>
                  <a:pt x="10623" y="671516"/>
                  <a:pt x="24931" y="671516"/>
                </a:cubicBezTo>
                <a:cubicBezTo>
                  <a:pt x="39233" y="671509"/>
                  <a:pt x="50831" y="683088"/>
                  <a:pt x="50838" y="697379"/>
                </a:cubicBezTo>
                <a:cubicBezTo>
                  <a:pt x="50838" y="697387"/>
                  <a:pt x="50838" y="697395"/>
                  <a:pt x="50838" y="697404"/>
                </a:cubicBezTo>
                <a:close/>
                <a:moveTo>
                  <a:pt x="269068" y="697404"/>
                </a:moveTo>
                <a:cubicBezTo>
                  <a:pt x="269068" y="711702"/>
                  <a:pt x="257469" y="723293"/>
                  <a:pt x="243160" y="723293"/>
                </a:cubicBezTo>
                <a:cubicBezTo>
                  <a:pt x="228853" y="723293"/>
                  <a:pt x="217253" y="711702"/>
                  <a:pt x="217253" y="697404"/>
                </a:cubicBezTo>
                <a:cubicBezTo>
                  <a:pt x="217253" y="683106"/>
                  <a:pt x="228853" y="671516"/>
                  <a:pt x="243160" y="671516"/>
                </a:cubicBezTo>
                <a:cubicBezTo>
                  <a:pt x="257461" y="671532"/>
                  <a:pt x="269051" y="683113"/>
                  <a:pt x="269068" y="697404"/>
                </a:cubicBezTo>
                <a:close/>
                <a:moveTo>
                  <a:pt x="487237" y="697404"/>
                </a:moveTo>
                <a:cubicBezTo>
                  <a:pt x="487237" y="711702"/>
                  <a:pt x="475637" y="723293"/>
                  <a:pt x="461329" y="723293"/>
                </a:cubicBezTo>
                <a:cubicBezTo>
                  <a:pt x="447021" y="723293"/>
                  <a:pt x="435422" y="711702"/>
                  <a:pt x="435422" y="697404"/>
                </a:cubicBezTo>
                <a:cubicBezTo>
                  <a:pt x="435422" y="683106"/>
                  <a:pt x="447021" y="671516"/>
                  <a:pt x="461329" y="671516"/>
                </a:cubicBezTo>
                <a:cubicBezTo>
                  <a:pt x="475631" y="671509"/>
                  <a:pt x="487229" y="683088"/>
                  <a:pt x="487237" y="697379"/>
                </a:cubicBezTo>
                <a:cubicBezTo>
                  <a:pt x="487237" y="697387"/>
                  <a:pt x="487237" y="697395"/>
                  <a:pt x="487237" y="697404"/>
                </a:cubicBezTo>
                <a:close/>
                <a:moveTo>
                  <a:pt x="705466" y="697404"/>
                </a:moveTo>
                <a:cubicBezTo>
                  <a:pt x="705466" y="711702"/>
                  <a:pt x="693867" y="723293"/>
                  <a:pt x="679559" y="723293"/>
                </a:cubicBezTo>
                <a:cubicBezTo>
                  <a:pt x="665250" y="723293"/>
                  <a:pt x="653652" y="711702"/>
                  <a:pt x="653652" y="697404"/>
                </a:cubicBezTo>
                <a:cubicBezTo>
                  <a:pt x="653652" y="683106"/>
                  <a:pt x="665250" y="671516"/>
                  <a:pt x="679559" y="671516"/>
                </a:cubicBezTo>
                <a:cubicBezTo>
                  <a:pt x="693861" y="671509"/>
                  <a:pt x="705458" y="683088"/>
                  <a:pt x="705466" y="697379"/>
                </a:cubicBezTo>
                <a:cubicBezTo>
                  <a:pt x="705466" y="697387"/>
                  <a:pt x="705466" y="697395"/>
                  <a:pt x="705466" y="697404"/>
                </a:cubicBezTo>
                <a:close/>
                <a:moveTo>
                  <a:pt x="923695" y="697404"/>
                </a:moveTo>
                <a:cubicBezTo>
                  <a:pt x="923695" y="711702"/>
                  <a:pt x="912096" y="723293"/>
                  <a:pt x="897788" y="723293"/>
                </a:cubicBezTo>
                <a:cubicBezTo>
                  <a:pt x="883481" y="723293"/>
                  <a:pt x="871881" y="711702"/>
                  <a:pt x="871881" y="697404"/>
                </a:cubicBezTo>
                <a:cubicBezTo>
                  <a:pt x="871881" y="683106"/>
                  <a:pt x="883481" y="671516"/>
                  <a:pt x="897788" y="671516"/>
                </a:cubicBezTo>
                <a:cubicBezTo>
                  <a:pt x="912090" y="671509"/>
                  <a:pt x="923688" y="683088"/>
                  <a:pt x="923695" y="697379"/>
                </a:cubicBezTo>
                <a:cubicBezTo>
                  <a:pt x="923695" y="697387"/>
                  <a:pt x="923695" y="697395"/>
                  <a:pt x="923695" y="697404"/>
                </a:cubicBezTo>
                <a:close/>
                <a:moveTo>
                  <a:pt x="1141923" y="697404"/>
                </a:moveTo>
                <a:cubicBezTo>
                  <a:pt x="1141923" y="711702"/>
                  <a:pt x="1130324" y="723293"/>
                  <a:pt x="1116016" y="723293"/>
                </a:cubicBezTo>
                <a:cubicBezTo>
                  <a:pt x="1101708" y="723293"/>
                  <a:pt x="1090109" y="711702"/>
                  <a:pt x="1090109" y="697404"/>
                </a:cubicBezTo>
                <a:cubicBezTo>
                  <a:pt x="1090109" y="683106"/>
                  <a:pt x="1101708" y="671516"/>
                  <a:pt x="1116016" y="671516"/>
                </a:cubicBezTo>
                <a:cubicBezTo>
                  <a:pt x="1130316" y="671532"/>
                  <a:pt x="1141907" y="683113"/>
                  <a:pt x="1141923" y="697404"/>
                </a:cubicBez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3" name="Text 8"/>
          <p:cNvSpPr/>
          <p:nvPr/>
        </p:nvSpPr>
        <p:spPr>
          <a:xfrm>
            <a:off x="10444145" y="2935569"/>
            <a:ext cx="1141923" cy="723293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4" name="Shape 9"/>
          <p:cNvSpPr/>
          <p:nvPr/>
        </p:nvSpPr>
        <p:spPr>
          <a:xfrm rot="5400000">
            <a:off x="2578142" y="2275815"/>
            <a:ext cx="6090" cy="3248474"/>
          </a:xfrm>
          <a:custGeom>
            <a:avLst/>
            <a:gdLst/>
            <a:ahLst/>
            <a:cxnLst/>
            <a:rect l="l" t="t" r="r" b="b"/>
            <a:pathLst>
              <a:path w="6090" h="3248474">
                <a:moveTo>
                  <a:pt x="6090" y="-1437"/>
                </a:moveTo>
                <a:lnTo>
                  <a:pt x="6090" y="3248474"/>
                </a:lnTo>
              </a:path>
            </a:pathLst>
          </a:custGeom>
          <a:solidFill>
            <a:srgbClr val="000000">
              <a:alpha val="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0"/>
          <p:cNvSpPr/>
          <p:nvPr/>
        </p:nvSpPr>
        <p:spPr>
          <a:xfrm rot="5400000">
            <a:off x="2578142" y="2275815"/>
            <a:ext cx="6090" cy="3248474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93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11-20:17:34-d3l4lngs8jdo4os5env0.png"/>
          <p:cNvPicPr>
            <a:picLocks noChangeAspect="1"/>
          </p:cNvPicPr>
          <p:nvPr/>
        </p:nvPicPr>
        <p:blipFill>
          <a:blip r:embed="rId4"/>
          <a:srcRect l="1384" r="1384"/>
          <a:stretch>
            <a:fillRect/>
          </a:stretch>
        </p:blipFill>
        <p:spPr>
          <a:xfrm flipV="1">
            <a:off x="-635" y="0"/>
            <a:ext cx="12192635" cy="685863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768975" y="1176655"/>
            <a:ext cx="2138680" cy="61714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4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目 录</a:t>
            </a:r>
            <a:endParaRPr lang="en-US" sz="1600" dirty="0"/>
          </a:p>
        </p:txBody>
      </p:sp>
      <p:sp>
        <p:nvSpPr>
          <p:cNvPr id="5" name="Text 1"/>
          <p:cNvSpPr/>
          <p:nvPr/>
        </p:nvSpPr>
        <p:spPr>
          <a:xfrm>
            <a:off x="5869305" y="648335"/>
            <a:ext cx="3825240" cy="68183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4400" kern="0" spc="3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CONTENTS</a:t>
            </a:r>
            <a:endParaRPr lang="en-US" sz="1600" dirty="0"/>
          </a:p>
        </p:txBody>
      </p:sp>
      <p:pic>
        <p:nvPicPr>
          <p:cNvPr id="6" name="Image 2" descr="https://kimi-img.moonshot.cn/pub/slides/slides_tmpl/image/25-10-11-20:17:33-d3l4ln8s8jdo4os5enr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 flipV="1">
            <a:off x="8466455" y="2350770"/>
            <a:ext cx="5233670" cy="1108710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 flipH="1">
            <a:off x="10635720" y="5759103"/>
            <a:ext cx="878810" cy="279259"/>
          </a:xfrm>
          <a:custGeom>
            <a:avLst/>
            <a:gdLst/>
            <a:ahLst/>
            <a:cxnLst/>
            <a:rect l="l" t="t" r="r" b="b"/>
            <a:pathLst>
              <a:path w="878810" h="279259">
                <a:moveTo>
                  <a:pt x="192859" y="139265"/>
                </a:moveTo>
                <a:lnTo>
                  <a:pt x="54326" y="-101"/>
                </a:lnTo>
                <a:lnTo>
                  <a:pt x="-976" y="55587"/>
                </a:lnTo>
                <a:lnTo>
                  <a:pt x="43352" y="100198"/>
                </a:lnTo>
                <a:lnTo>
                  <a:pt x="78533" y="139582"/>
                </a:lnTo>
                <a:lnTo>
                  <a:pt x="43352" y="178953"/>
                </a:lnTo>
                <a:lnTo>
                  <a:pt x="-976" y="223565"/>
                </a:lnTo>
                <a:lnTo>
                  <a:pt x="54326" y="279259"/>
                </a:lnTo>
                <a:lnTo>
                  <a:pt x="192859" y="139893"/>
                </a:lnTo>
                <a:lnTo>
                  <a:pt x="192553" y="139576"/>
                </a:lnTo>
                <a:close/>
                <a:moveTo>
                  <a:pt x="421509" y="139265"/>
                </a:moveTo>
                <a:lnTo>
                  <a:pt x="282977" y="-101"/>
                </a:lnTo>
                <a:lnTo>
                  <a:pt x="227674" y="55587"/>
                </a:lnTo>
                <a:lnTo>
                  <a:pt x="272002" y="100198"/>
                </a:lnTo>
                <a:lnTo>
                  <a:pt x="307123" y="139582"/>
                </a:lnTo>
                <a:lnTo>
                  <a:pt x="272002" y="178953"/>
                </a:lnTo>
                <a:lnTo>
                  <a:pt x="227674" y="223565"/>
                </a:lnTo>
                <a:lnTo>
                  <a:pt x="282977" y="279259"/>
                </a:lnTo>
                <a:lnTo>
                  <a:pt x="421509" y="139893"/>
                </a:lnTo>
                <a:lnTo>
                  <a:pt x="421204" y="139576"/>
                </a:lnTo>
                <a:close/>
                <a:moveTo>
                  <a:pt x="650160" y="139265"/>
                </a:moveTo>
                <a:lnTo>
                  <a:pt x="511627" y="-101"/>
                </a:lnTo>
                <a:lnTo>
                  <a:pt x="456264" y="55587"/>
                </a:lnTo>
                <a:lnTo>
                  <a:pt x="500653" y="100198"/>
                </a:lnTo>
                <a:lnTo>
                  <a:pt x="535774" y="139582"/>
                </a:lnTo>
                <a:lnTo>
                  <a:pt x="500653" y="178953"/>
                </a:lnTo>
                <a:lnTo>
                  <a:pt x="456264" y="223565"/>
                </a:lnTo>
                <a:lnTo>
                  <a:pt x="511627" y="279259"/>
                </a:lnTo>
                <a:lnTo>
                  <a:pt x="650160" y="139893"/>
                </a:lnTo>
                <a:lnTo>
                  <a:pt x="649854" y="139576"/>
                </a:lnTo>
                <a:close/>
                <a:moveTo>
                  <a:pt x="878810" y="139265"/>
                </a:moveTo>
                <a:lnTo>
                  <a:pt x="740277" y="-101"/>
                </a:lnTo>
                <a:lnTo>
                  <a:pt x="684914" y="55587"/>
                </a:lnTo>
                <a:lnTo>
                  <a:pt x="729242" y="100198"/>
                </a:lnTo>
                <a:lnTo>
                  <a:pt x="764423" y="139582"/>
                </a:lnTo>
                <a:lnTo>
                  <a:pt x="729242" y="178953"/>
                </a:lnTo>
                <a:lnTo>
                  <a:pt x="684914" y="223565"/>
                </a:lnTo>
                <a:lnTo>
                  <a:pt x="740277" y="279259"/>
                </a:lnTo>
                <a:lnTo>
                  <a:pt x="878810" y="139893"/>
                </a:lnTo>
                <a:lnTo>
                  <a:pt x="878444" y="139576"/>
                </a:lnTo>
                <a:close/>
              </a:path>
            </a:pathLst>
          </a:custGeom>
          <a:solidFill>
            <a:srgbClr val="2142EF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8" name="Text 3"/>
          <p:cNvSpPr/>
          <p:nvPr/>
        </p:nvSpPr>
        <p:spPr>
          <a:xfrm>
            <a:off x="10635720" y="5759103"/>
            <a:ext cx="878810" cy="279259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9" name="Text 4"/>
          <p:cNvSpPr/>
          <p:nvPr/>
        </p:nvSpPr>
        <p:spPr>
          <a:xfrm>
            <a:off x="5762625" y="2060575"/>
            <a:ext cx="5194300" cy="112395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24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游戏演示</a:t>
            </a:r>
          </a:p>
          <a:p>
            <a:pPr>
              <a:lnSpc>
                <a:spcPct val="120000"/>
              </a:lnSpc>
            </a:pPr>
            <a:endParaRPr lang="en-US" sz="1600" dirty="0"/>
          </a:p>
          <a:p>
            <a:pPr>
              <a:lnSpc>
                <a:spcPct val="120000"/>
              </a:lnSpc>
            </a:pPr>
            <a:endParaRPr lang="en-US" sz="1600" dirty="0"/>
          </a:p>
        </p:txBody>
      </p:sp>
      <p:sp>
        <p:nvSpPr>
          <p:cNvPr id="10" name="Text 5"/>
          <p:cNvSpPr/>
          <p:nvPr/>
        </p:nvSpPr>
        <p:spPr>
          <a:xfrm>
            <a:off x="5768975" y="3082290"/>
            <a:ext cx="5194300" cy="43894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24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项目历程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5768975" y="3997325"/>
            <a:ext cx="5194300" cy="43894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24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项目总结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5762625" y="4977765"/>
            <a:ext cx="5194300" cy="43894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24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组员介绍</a:t>
            </a:r>
            <a:endParaRPr lang="en-US" sz="1600" dirty="0"/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5945" y="843915"/>
            <a:ext cx="4763135" cy="554164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93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11-20:17:34-d3l4lngs8jdo4os5env0.png"/>
          <p:cNvPicPr>
            <a:picLocks noChangeAspect="1"/>
          </p:cNvPicPr>
          <p:nvPr/>
        </p:nvPicPr>
        <p:blipFill>
          <a:blip r:embed="rId4"/>
          <a:srcRect l="1285" r="1285"/>
          <a:stretch>
            <a:fillRect/>
          </a:stretch>
        </p:blipFill>
        <p:spPr>
          <a:xfrm>
            <a:off x="0" y="0"/>
            <a:ext cx="12192635" cy="684466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58900" y="3599180"/>
            <a:ext cx="9475470" cy="68834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ctr">
              <a:lnSpc>
                <a:spcPct val="110000"/>
              </a:lnSpc>
            </a:pPr>
            <a:r>
              <a:rPr lang="en-US" sz="3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游戏演示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4684395" y="2165350"/>
            <a:ext cx="2824480" cy="143383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ctr">
              <a:lnSpc>
                <a:spcPct val="100000"/>
              </a:lnSpc>
            </a:pPr>
            <a:r>
              <a:rPr lang="en-US" sz="9600" dirty="0">
                <a:solidFill>
                  <a:srgbClr val="2142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3863975" y="2806065"/>
            <a:ext cx="1303655" cy="414655"/>
          </a:xfrm>
          <a:custGeom>
            <a:avLst/>
            <a:gdLst/>
            <a:ahLst/>
            <a:cxnLst/>
            <a:rect l="l" t="t" r="r" b="b"/>
            <a:pathLst>
              <a:path w="1303655" h="414655">
                <a:moveTo>
                  <a:pt x="286093" y="206786"/>
                </a:moveTo>
                <a:lnTo>
                  <a:pt x="80589" y="-150"/>
                </a:lnTo>
                <a:lnTo>
                  <a:pt x="-1448" y="82538"/>
                </a:lnTo>
                <a:lnTo>
                  <a:pt x="64310" y="148778"/>
                </a:lnTo>
                <a:lnTo>
                  <a:pt x="116498" y="207257"/>
                </a:lnTo>
                <a:lnTo>
                  <a:pt x="64310" y="265717"/>
                </a:lnTo>
                <a:lnTo>
                  <a:pt x="-1448" y="331958"/>
                </a:lnTo>
                <a:lnTo>
                  <a:pt x="80589" y="414655"/>
                </a:lnTo>
                <a:lnTo>
                  <a:pt x="286093" y="207719"/>
                </a:lnTo>
                <a:lnTo>
                  <a:pt x="285640" y="207248"/>
                </a:lnTo>
                <a:close/>
                <a:moveTo>
                  <a:pt x="625280" y="206786"/>
                </a:moveTo>
                <a:lnTo>
                  <a:pt x="419777" y="-150"/>
                </a:lnTo>
                <a:lnTo>
                  <a:pt x="337739" y="82538"/>
                </a:lnTo>
                <a:lnTo>
                  <a:pt x="403497" y="148778"/>
                </a:lnTo>
                <a:lnTo>
                  <a:pt x="455597" y="207257"/>
                </a:lnTo>
                <a:lnTo>
                  <a:pt x="403497" y="265717"/>
                </a:lnTo>
                <a:lnTo>
                  <a:pt x="337739" y="331958"/>
                </a:lnTo>
                <a:lnTo>
                  <a:pt x="419777" y="414655"/>
                </a:lnTo>
                <a:lnTo>
                  <a:pt x="625280" y="207719"/>
                </a:lnTo>
                <a:lnTo>
                  <a:pt x="624827" y="207248"/>
                </a:lnTo>
                <a:close/>
                <a:moveTo>
                  <a:pt x="964468" y="206786"/>
                </a:moveTo>
                <a:lnTo>
                  <a:pt x="758964" y="-150"/>
                </a:lnTo>
                <a:lnTo>
                  <a:pt x="676836" y="82538"/>
                </a:lnTo>
                <a:lnTo>
                  <a:pt x="742685" y="148778"/>
                </a:lnTo>
                <a:lnTo>
                  <a:pt x="794784" y="207257"/>
                </a:lnTo>
                <a:lnTo>
                  <a:pt x="742685" y="265717"/>
                </a:lnTo>
                <a:lnTo>
                  <a:pt x="676836" y="331958"/>
                </a:lnTo>
                <a:lnTo>
                  <a:pt x="758964" y="414655"/>
                </a:lnTo>
                <a:lnTo>
                  <a:pt x="964468" y="207719"/>
                </a:lnTo>
                <a:lnTo>
                  <a:pt x="964015" y="207248"/>
                </a:lnTo>
                <a:close/>
                <a:moveTo>
                  <a:pt x="1303655" y="206786"/>
                </a:moveTo>
                <a:lnTo>
                  <a:pt x="1098151" y="-150"/>
                </a:lnTo>
                <a:lnTo>
                  <a:pt x="1016024" y="82538"/>
                </a:lnTo>
                <a:lnTo>
                  <a:pt x="1081781" y="148778"/>
                </a:lnTo>
                <a:lnTo>
                  <a:pt x="1133970" y="207257"/>
                </a:lnTo>
                <a:lnTo>
                  <a:pt x="1081781" y="265717"/>
                </a:lnTo>
                <a:lnTo>
                  <a:pt x="1016024" y="331958"/>
                </a:lnTo>
                <a:lnTo>
                  <a:pt x="1098151" y="414655"/>
                </a:lnTo>
                <a:lnTo>
                  <a:pt x="1303655" y="207719"/>
                </a:lnTo>
                <a:lnTo>
                  <a:pt x="1303111" y="207248"/>
                </a:lnTo>
                <a:close/>
              </a:path>
            </a:pathLst>
          </a:custGeom>
          <a:solidFill>
            <a:srgbClr val="2142EF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6" name="Text 3"/>
          <p:cNvSpPr/>
          <p:nvPr/>
        </p:nvSpPr>
        <p:spPr>
          <a:xfrm>
            <a:off x="3863975" y="2806065"/>
            <a:ext cx="1303655" cy="41465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 flipH="1">
            <a:off x="6957060" y="2806065"/>
            <a:ext cx="1303655" cy="414655"/>
          </a:xfrm>
          <a:custGeom>
            <a:avLst/>
            <a:gdLst/>
            <a:ahLst/>
            <a:cxnLst/>
            <a:rect l="l" t="t" r="r" b="b"/>
            <a:pathLst>
              <a:path w="1303655" h="414655">
                <a:moveTo>
                  <a:pt x="286093" y="206786"/>
                </a:moveTo>
                <a:lnTo>
                  <a:pt x="80589" y="-150"/>
                </a:lnTo>
                <a:lnTo>
                  <a:pt x="-1448" y="82538"/>
                </a:lnTo>
                <a:lnTo>
                  <a:pt x="64310" y="148778"/>
                </a:lnTo>
                <a:lnTo>
                  <a:pt x="116498" y="207257"/>
                </a:lnTo>
                <a:lnTo>
                  <a:pt x="64310" y="265717"/>
                </a:lnTo>
                <a:lnTo>
                  <a:pt x="-1448" y="331958"/>
                </a:lnTo>
                <a:lnTo>
                  <a:pt x="80589" y="414655"/>
                </a:lnTo>
                <a:lnTo>
                  <a:pt x="286093" y="207719"/>
                </a:lnTo>
                <a:lnTo>
                  <a:pt x="285640" y="207248"/>
                </a:lnTo>
                <a:close/>
                <a:moveTo>
                  <a:pt x="625280" y="206786"/>
                </a:moveTo>
                <a:lnTo>
                  <a:pt x="419777" y="-150"/>
                </a:lnTo>
                <a:lnTo>
                  <a:pt x="337739" y="82538"/>
                </a:lnTo>
                <a:lnTo>
                  <a:pt x="403497" y="148778"/>
                </a:lnTo>
                <a:lnTo>
                  <a:pt x="455597" y="207257"/>
                </a:lnTo>
                <a:lnTo>
                  <a:pt x="403497" y="265717"/>
                </a:lnTo>
                <a:lnTo>
                  <a:pt x="337739" y="331958"/>
                </a:lnTo>
                <a:lnTo>
                  <a:pt x="419777" y="414655"/>
                </a:lnTo>
                <a:lnTo>
                  <a:pt x="625280" y="207719"/>
                </a:lnTo>
                <a:lnTo>
                  <a:pt x="624827" y="207248"/>
                </a:lnTo>
                <a:close/>
                <a:moveTo>
                  <a:pt x="964468" y="206786"/>
                </a:moveTo>
                <a:lnTo>
                  <a:pt x="758964" y="-150"/>
                </a:lnTo>
                <a:lnTo>
                  <a:pt x="676836" y="82538"/>
                </a:lnTo>
                <a:lnTo>
                  <a:pt x="742685" y="148778"/>
                </a:lnTo>
                <a:lnTo>
                  <a:pt x="794784" y="207257"/>
                </a:lnTo>
                <a:lnTo>
                  <a:pt x="742685" y="265717"/>
                </a:lnTo>
                <a:lnTo>
                  <a:pt x="676836" y="331958"/>
                </a:lnTo>
                <a:lnTo>
                  <a:pt x="758964" y="414655"/>
                </a:lnTo>
                <a:lnTo>
                  <a:pt x="964468" y="207719"/>
                </a:lnTo>
                <a:lnTo>
                  <a:pt x="964015" y="207248"/>
                </a:lnTo>
                <a:close/>
                <a:moveTo>
                  <a:pt x="1303655" y="206786"/>
                </a:moveTo>
                <a:lnTo>
                  <a:pt x="1098151" y="-150"/>
                </a:lnTo>
                <a:lnTo>
                  <a:pt x="1016024" y="82538"/>
                </a:lnTo>
                <a:lnTo>
                  <a:pt x="1081781" y="148778"/>
                </a:lnTo>
                <a:lnTo>
                  <a:pt x="1133970" y="207257"/>
                </a:lnTo>
                <a:lnTo>
                  <a:pt x="1081781" y="265717"/>
                </a:lnTo>
                <a:lnTo>
                  <a:pt x="1016024" y="331958"/>
                </a:lnTo>
                <a:lnTo>
                  <a:pt x="1098151" y="414655"/>
                </a:lnTo>
                <a:lnTo>
                  <a:pt x="1303655" y="207719"/>
                </a:lnTo>
                <a:lnTo>
                  <a:pt x="1303111" y="207248"/>
                </a:lnTo>
                <a:close/>
              </a:path>
            </a:pathLst>
          </a:custGeom>
          <a:solidFill>
            <a:srgbClr val="2142EF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8" name="Text 5"/>
          <p:cNvSpPr/>
          <p:nvPr/>
        </p:nvSpPr>
        <p:spPr>
          <a:xfrm>
            <a:off x="6957060" y="2806065"/>
            <a:ext cx="1303655" cy="41465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90545" y="2082764"/>
            <a:ext cx="1141923" cy="723293"/>
          </a:xfrm>
          <a:custGeom>
            <a:avLst/>
            <a:gdLst/>
            <a:ahLst/>
            <a:cxnLst/>
            <a:rect l="l" t="t" r="r" b="b"/>
            <a:pathLst>
              <a:path w="1141923" h="723293">
                <a:moveTo>
                  <a:pt x="50838" y="25788"/>
                </a:moveTo>
                <a:cubicBezTo>
                  <a:pt x="50838" y="40086"/>
                  <a:pt x="39239" y="51676"/>
                  <a:pt x="24931" y="51676"/>
                </a:cubicBezTo>
                <a:cubicBezTo>
                  <a:pt x="10623" y="51676"/>
                  <a:pt x="-976" y="40086"/>
                  <a:pt x="-976" y="25788"/>
                </a:cubicBezTo>
                <a:cubicBezTo>
                  <a:pt x="-976" y="11490"/>
                  <a:pt x="10623" y="-101"/>
                  <a:pt x="24931" y="-101"/>
                </a:cubicBezTo>
                <a:cubicBezTo>
                  <a:pt x="39233" y="-108"/>
                  <a:pt x="50831" y="11473"/>
                  <a:pt x="50838" y="25763"/>
                </a:cubicBezTo>
                <a:cubicBezTo>
                  <a:pt x="50838" y="25772"/>
                  <a:pt x="50838" y="25780"/>
                  <a:pt x="50838" y="25788"/>
                </a:cubicBezTo>
                <a:close/>
                <a:moveTo>
                  <a:pt x="269068" y="25788"/>
                </a:moveTo>
                <a:cubicBezTo>
                  <a:pt x="269068" y="40086"/>
                  <a:pt x="257469" y="51676"/>
                  <a:pt x="243160" y="51676"/>
                </a:cubicBezTo>
                <a:cubicBezTo>
                  <a:pt x="228853" y="51676"/>
                  <a:pt x="217253" y="40086"/>
                  <a:pt x="217253" y="25788"/>
                </a:cubicBezTo>
                <a:cubicBezTo>
                  <a:pt x="217253" y="11490"/>
                  <a:pt x="228853" y="-101"/>
                  <a:pt x="243160" y="-101"/>
                </a:cubicBezTo>
                <a:cubicBezTo>
                  <a:pt x="257461" y="-84"/>
                  <a:pt x="269051" y="11497"/>
                  <a:pt x="269068" y="25788"/>
                </a:cubicBezTo>
                <a:close/>
                <a:moveTo>
                  <a:pt x="487237" y="25788"/>
                </a:moveTo>
                <a:cubicBezTo>
                  <a:pt x="487237" y="40086"/>
                  <a:pt x="475637" y="51676"/>
                  <a:pt x="461329" y="51676"/>
                </a:cubicBezTo>
                <a:cubicBezTo>
                  <a:pt x="447021" y="51676"/>
                  <a:pt x="435422" y="40086"/>
                  <a:pt x="435422" y="25788"/>
                </a:cubicBezTo>
                <a:cubicBezTo>
                  <a:pt x="435422" y="11490"/>
                  <a:pt x="447021" y="-101"/>
                  <a:pt x="461329" y="-101"/>
                </a:cubicBezTo>
                <a:cubicBezTo>
                  <a:pt x="475631" y="-108"/>
                  <a:pt x="487229" y="11473"/>
                  <a:pt x="487237" y="25763"/>
                </a:cubicBezTo>
                <a:cubicBezTo>
                  <a:pt x="487237" y="25772"/>
                  <a:pt x="487237" y="25780"/>
                  <a:pt x="487237" y="25788"/>
                </a:cubicBezTo>
                <a:close/>
                <a:moveTo>
                  <a:pt x="705466" y="25788"/>
                </a:moveTo>
                <a:cubicBezTo>
                  <a:pt x="705466" y="40086"/>
                  <a:pt x="693867" y="51676"/>
                  <a:pt x="679559" y="51676"/>
                </a:cubicBezTo>
                <a:cubicBezTo>
                  <a:pt x="665250" y="51676"/>
                  <a:pt x="653652" y="40086"/>
                  <a:pt x="653652" y="25788"/>
                </a:cubicBezTo>
                <a:cubicBezTo>
                  <a:pt x="653652" y="11490"/>
                  <a:pt x="665250" y="-101"/>
                  <a:pt x="679559" y="-101"/>
                </a:cubicBezTo>
                <a:cubicBezTo>
                  <a:pt x="693861" y="-108"/>
                  <a:pt x="705458" y="11473"/>
                  <a:pt x="705466" y="25763"/>
                </a:cubicBezTo>
                <a:cubicBezTo>
                  <a:pt x="705466" y="25772"/>
                  <a:pt x="705466" y="25780"/>
                  <a:pt x="705466" y="25788"/>
                </a:cubicBezTo>
                <a:close/>
                <a:moveTo>
                  <a:pt x="923695" y="25788"/>
                </a:moveTo>
                <a:cubicBezTo>
                  <a:pt x="923695" y="40086"/>
                  <a:pt x="912096" y="51676"/>
                  <a:pt x="897788" y="51676"/>
                </a:cubicBezTo>
                <a:cubicBezTo>
                  <a:pt x="883481" y="51676"/>
                  <a:pt x="871881" y="40086"/>
                  <a:pt x="871881" y="25788"/>
                </a:cubicBezTo>
                <a:cubicBezTo>
                  <a:pt x="871881" y="11490"/>
                  <a:pt x="883481" y="-101"/>
                  <a:pt x="897788" y="-101"/>
                </a:cubicBezTo>
                <a:cubicBezTo>
                  <a:pt x="912090" y="-108"/>
                  <a:pt x="923688" y="11473"/>
                  <a:pt x="923695" y="25763"/>
                </a:cubicBezTo>
                <a:cubicBezTo>
                  <a:pt x="923695" y="25772"/>
                  <a:pt x="923695" y="25780"/>
                  <a:pt x="923695" y="25788"/>
                </a:cubicBezTo>
                <a:close/>
                <a:moveTo>
                  <a:pt x="1141923" y="25788"/>
                </a:moveTo>
                <a:cubicBezTo>
                  <a:pt x="1141923" y="40086"/>
                  <a:pt x="1130324" y="51676"/>
                  <a:pt x="1116016" y="51676"/>
                </a:cubicBezTo>
                <a:cubicBezTo>
                  <a:pt x="1101708" y="51676"/>
                  <a:pt x="1090109" y="40086"/>
                  <a:pt x="1090109" y="25788"/>
                </a:cubicBezTo>
                <a:cubicBezTo>
                  <a:pt x="1090109" y="11490"/>
                  <a:pt x="1101708" y="-101"/>
                  <a:pt x="1116016" y="-101"/>
                </a:cubicBezTo>
                <a:cubicBezTo>
                  <a:pt x="1130316" y="-84"/>
                  <a:pt x="1141907" y="11497"/>
                  <a:pt x="1141923" y="25788"/>
                </a:cubicBezTo>
                <a:close/>
                <a:moveTo>
                  <a:pt x="50838" y="193692"/>
                </a:moveTo>
                <a:cubicBezTo>
                  <a:pt x="50838" y="207990"/>
                  <a:pt x="39239" y="219580"/>
                  <a:pt x="24931" y="219580"/>
                </a:cubicBezTo>
                <a:cubicBezTo>
                  <a:pt x="10623" y="219580"/>
                  <a:pt x="-976" y="207990"/>
                  <a:pt x="-976" y="193692"/>
                </a:cubicBezTo>
                <a:cubicBezTo>
                  <a:pt x="-976" y="179394"/>
                  <a:pt x="10623" y="167803"/>
                  <a:pt x="24931" y="167803"/>
                </a:cubicBezTo>
                <a:cubicBezTo>
                  <a:pt x="39233" y="167796"/>
                  <a:pt x="50831" y="179377"/>
                  <a:pt x="50838" y="193668"/>
                </a:cubicBezTo>
                <a:cubicBezTo>
                  <a:pt x="50838" y="193676"/>
                  <a:pt x="50838" y="193684"/>
                  <a:pt x="50838" y="193692"/>
                </a:cubicBezTo>
                <a:close/>
                <a:moveTo>
                  <a:pt x="269068" y="193692"/>
                </a:moveTo>
                <a:cubicBezTo>
                  <a:pt x="269068" y="207990"/>
                  <a:pt x="257469" y="219580"/>
                  <a:pt x="243160" y="219580"/>
                </a:cubicBezTo>
                <a:cubicBezTo>
                  <a:pt x="228853" y="219580"/>
                  <a:pt x="217253" y="207990"/>
                  <a:pt x="217253" y="193692"/>
                </a:cubicBezTo>
                <a:cubicBezTo>
                  <a:pt x="217253" y="179394"/>
                  <a:pt x="228853" y="167803"/>
                  <a:pt x="243160" y="167803"/>
                </a:cubicBezTo>
                <a:cubicBezTo>
                  <a:pt x="257461" y="167820"/>
                  <a:pt x="269051" y="179401"/>
                  <a:pt x="269068" y="193692"/>
                </a:cubicBezTo>
                <a:close/>
                <a:moveTo>
                  <a:pt x="487237" y="193692"/>
                </a:moveTo>
                <a:cubicBezTo>
                  <a:pt x="487237" y="207990"/>
                  <a:pt x="475637" y="219580"/>
                  <a:pt x="461329" y="219580"/>
                </a:cubicBezTo>
                <a:cubicBezTo>
                  <a:pt x="447021" y="219580"/>
                  <a:pt x="435422" y="207990"/>
                  <a:pt x="435422" y="193692"/>
                </a:cubicBezTo>
                <a:cubicBezTo>
                  <a:pt x="435422" y="179394"/>
                  <a:pt x="447021" y="167803"/>
                  <a:pt x="461329" y="167803"/>
                </a:cubicBezTo>
                <a:cubicBezTo>
                  <a:pt x="475631" y="167796"/>
                  <a:pt x="487229" y="179377"/>
                  <a:pt x="487237" y="193668"/>
                </a:cubicBezTo>
                <a:cubicBezTo>
                  <a:pt x="487237" y="193676"/>
                  <a:pt x="487237" y="193684"/>
                  <a:pt x="487237" y="193692"/>
                </a:cubicBezTo>
                <a:close/>
                <a:moveTo>
                  <a:pt x="705466" y="193692"/>
                </a:moveTo>
                <a:cubicBezTo>
                  <a:pt x="705466" y="207990"/>
                  <a:pt x="693867" y="219580"/>
                  <a:pt x="679559" y="219580"/>
                </a:cubicBezTo>
                <a:cubicBezTo>
                  <a:pt x="665250" y="219580"/>
                  <a:pt x="653652" y="207990"/>
                  <a:pt x="653652" y="193692"/>
                </a:cubicBezTo>
                <a:cubicBezTo>
                  <a:pt x="653652" y="179394"/>
                  <a:pt x="665250" y="167803"/>
                  <a:pt x="679559" y="167803"/>
                </a:cubicBezTo>
                <a:cubicBezTo>
                  <a:pt x="693861" y="167796"/>
                  <a:pt x="705458" y="179377"/>
                  <a:pt x="705466" y="193668"/>
                </a:cubicBezTo>
                <a:cubicBezTo>
                  <a:pt x="705466" y="193676"/>
                  <a:pt x="705466" y="193684"/>
                  <a:pt x="705466" y="193692"/>
                </a:cubicBezTo>
                <a:close/>
                <a:moveTo>
                  <a:pt x="923695" y="193692"/>
                </a:moveTo>
                <a:cubicBezTo>
                  <a:pt x="923695" y="207990"/>
                  <a:pt x="912096" y="219580"/>
                  <a:pt x="897788" y="219580"/>
                </a:cubicBezTo>
                <a:cubicBezTo>
                  <a:pt x="883481" y="219580"/>
                  <a:pt x="871881" y="207990"/>
                  <a:pt x="871881" y="193692"/>
                </a:cubicBezTo>
                <a:cubicBezTo>
                  <a:pt x="871881" y="179394"/>
                  <a:pt x="883481" y="167803"/>
                  <a:pt x="897788" y="167803"/>
                </a:cubicBezTo>
                <a:cubicBezTo>
                  <a:pt x="912090" y="167796"/>
                  <a:pt x="923688" y="179377"/>
                  <a:pt x="923695" y="193668"/>
                </a:cubicBezTo>
                <a:cubicBezTo>
                  <a:pt x="923695" y="193676"/>
                  <a:pt x="923695" y="193684"/>
                  <a:pt x="923695" y="193692"/>
                </a:cubicBezTo>
                <a:close/>
                <a:moveTo>
                  <a:pt x="1141923" y="193692"/>
                </a:moveTo>
                <a:cubicBezTo>
                  <a:pt x="1141923" y="207990"/>
                  <a:pt x="1130324" y="219580"/>
                  <a:pt x="1116016" y="219580"/>
                </a:cubicBezTo>
                <a:cubicBezTo>
                  <a:pt x="1101708" y="219580"/>
                  <a:pt x="1090109" y="207990"/>
                  <a:pt x="1090109" y="193692"/>
                </a:cubicBezTo>
                <a:cubicBezTo>
                  <a:pt x="1090109" y="179394"/>
                  <a:pt x="1101708" y="167803"/>
                  <a:pt x="1116016" y="167803"/>
                </a:cubicBezTo>
                <a:cubicBezTo>
                  <a:pt x="1130316" y="167820"/>
                  <a:pt x="1141907" y="179401"/>
                  <a:pt x="1141923" y="193692"/>
                </a:cubicBezTo>
                <a:close/>
                <a:moveTo>
                  <a:pt x="50838" y="361596"/>
                </a:moveTo>
                <a:cubicBezTo>
                  <a:pt x="50838" y="375894"/>
                  <a:pt x="39239" y="387485"/>
                  <a:pt x="24931" y="387485"/>
                </a:cubicBezTo>
                <a:cubicBezTo>
                  <a:pt x="10623" y="387485"/>
                  <a:pt x="-976" y="375894"/>
                  <a:pt x="-976" y="361596"/>
                </a:cubicBezTo>
                <a:cubicBezTo>
                  <a:pt x="-976" y="347298"/>
                  <a:pt x="10623" y="335707"/>
                  <a:pt x="24931" y="335707"/>
                </a:cubicBezTo>
                <a:cubicBezTo>
                  <a:pt x="39233" y="335700"/>
                  <a:pt x="50831" y="347280"/>
                  <a:pt x="50838" y="361571"/>
                </a:cubicBezTo>
                <a:cubicBezTo>
                  <a:pt x="50838" y="361579"/>
                  <a:pt x="50838" y="361588"/>
                  <a:pt x="50838" y="361596"/>
                </a:cubicBezTo>
                <a:close/>
                <a:moveTo>
                  <a:pt x="269068" y="361596"/>
                </a:moveTo>
                <a:cubicBezTo>
                  <a:pt x="269068" y="375894"/>
                  <a:pt x="257469" y="387485"/>
                  <a:pt x="243160" y="387485"/>
                </a:cubicBezTo>
                <a:cubicBezTo>
                  <a:pt x="228853" y="387485"/>
                  <a:pt x="217253" y="375894"/>
                  <a:pt x="217253" y="361596"/>
                </a:cubicBezTo>
                <a:cubicBezTo>
                  <a:pt x="217253" y="347298"/>
                  <a:pt x="228853" y="335707"/>
                  <a:pt x="243160" y="335707"/>
                </a:cubicBezTo>
                <a:cubicBezTo>
                  <a:pt x="257461" y="335724"/>
                  <a:pt x="269051" y="347305"/>
                  <a:pt x="269068" y="361596"/>
                </a:cubicBezTo>
                <a:close/>
                <a:moveTo>
                  <a:pt x="487237" y="361596"/>
                </a:moveTo>
                <a:cubicBezTo>
                  <a:pt x="487237" y="375894"/>
                  <a:pt x="475637" y="387485"/>
                  <a:pt x="461329" y="387485"/>
                </a:cubicBezTo>
                <a:cubicBezTo>
                  <a:pt x="447021" y="387485"/>
                  <a:pt x="435422" y="375894"/>
                  <a:pt x="435422" y="361596"/>
                </a:cubicBezTo>
                <a:cubicBezTo>
                  <a:pt x="435422" y="347298"/>
                  <a:pt x="447021" y="335707"/>
                  <a:pt x="461329" y="335707"/>
                </a:cubicBezTo>
                <a:cubicBezTo>
                  <a:pt x="475631" y="335700"/>
                  <a:pt x="487229" y="347280"/>
                  <a:pt x="487237" y="361571"/>
                </a:cubicBezTo>
                <a:cubicBezTo>
                  <a:pt x="487237" y="361579"/>
                  <a:pt x="487237" y="361588"/>
                  <a:pt x="487237" y="361596"/>
                </a:cubicBezTo>
                <a:close/>
                <a:moveTo>
                  <a:pt x="705466" y="361596"/>
                </a:moveTo>
                <a:cubicBezTo>
                  <a:pt x="705466" y="375894"/>
                  <a:pt x="693867" y="387485"/>
                  <a:pt x="679559" y="387485"/>
                </a:cubicBezTo>
                <a:cubicBezTo>
                  <a:pt x="665250" y="387485"/>
                  <a:pt x="653652" y="375894"/>
                  <a:pt x="653652" y="361596"/>
                </a:cubicBezTo>
                <a:cubicBezTo>
                  <a:pt x="653652" y="347298"/>
                  <a:pt x="665250" y="335707"/>
                  <a:pt x="679559" y="335707"/>
                </a:cubicBezTo>
                <a:cubicBezTo>
                  <a:pt x="693861" y="335700"/>
                  <a:pt x="705458" y="347280"/>
                  <a:pt x="705466" y="361571"/>
                </a:cubicBezTo>
                <a:cubicBezTo>
                  <a:pt x="705466" y="361579"/>
                  <a:pt x="705466" y="361588"/>
                  <a:pt x="705466" y="361596"/>
                </a:cubicBezTo>
                <a:close/>
                <a:moveTo>
                  <a:pt x="923695" y="361596"/>
                </a:moveTo>
                <a:cubicBezTo>
                  <a:pt x="923695" y="375894"/>
                  <a:pt x="912096" y="387485"/>
                  <a:pt x="897788" y="387485"/>
                </a:cubicBezTo>
                <a:cubicBezTo>
                  <a:pt x="883481" y="387485"/>
                  <a:pt x="871881" y="375894"/>
                  <a:pt x="871881" y="361596"/>
                </a:cubicBezTo>
                <a:cubicBezTo>
                  <a:pt x="871881" y="347298"/>
                  <a:pt x="883481" y="335707"/>
                  <a:pt x="897788" y="335707"/>
                </a:cubicBezTo>
                <a:cubicBezTo>
                  <a:pt x="912090" y="335700"/>
                  <a:pt x="923688" y="347280"/>
                  <a:pt x="923695" y="361571"/>
                </a:cubicBezTo>
                <a:cubicBezTo>
                  <a:pt x="923695" y="361579"/>
                  <a:pt x="923695" y="361588"/>
                  <a:pt x="923695" y="361596"/>
                </a:cubicBezTo>
                <a:close/>
                <a:moveTo>
                  <a:pt x="1141923" y="361596"/>
                </a:moveTo>
                <a:cubicBezTo>
                  <a:pt x="1141923" y="375894"/>
                  <a:pt x="1130324" y="387485"/>
                  <a:pt x="1116016" y="387485"/>
                </a:cubicBezTo>
                <a:cubicBezTo>
                  <a:pt x="1101708" y="387485"/>
                  <a:pt x="1090109" y="375894"/>
                  <a:pt x="1090109" y="361596"/>
                </a:cubicBezTo>
                <a:cubicBezTo>
                  <a:pt x="1090109" y="347298"/>
                  <a:pt x="1101708" y="335707"/>
                  <a:pt x="1116016" y="335707"/>
                </a:cubicBezTo>
                <a:cubicBezTo>
                  <a:pt x="1130316" y="335724"/>
                  <a:pt x="1141907" y="347305"/>
                  <a:pt x="1141923" y="361596"/>
                </a:cubicBezTo>
                <a:close/>
                <a:moveTo>
                  <a:pt x="50838" y="529500"/>
                </a:moveTo>
                <a:cubicBezTo>
                  <a:pt x="50838" y="543798"/>
                  <a:pt x="39239" y="555389"/>
                  <a:pt x="24931" y="555389"/>
                </a:cubicBezTo>
                <a:cubicBezTo>
                  <a:pt x="10623" y="555389"/>
                  <a:pt x="-976" y="543798"/>
                  <a:pt x="-976" y="529500"/>
                </a:cubicBezTo>
                <a:cubicBezTo>
                  <a:pt x="-976" y="515202"/>
                  <a:pt x="10623" y="503612"/>
                  <a:pt x="24931" y="503612"/>
                </a:cubicBezTo>
                <a:cubicBezTo>
                  <a:pt x="39233" y="503605"/>
                  <a:pt x="50831" y="515184"/>
                  <a:pt x="50838" y="529475"/>
                </a:cubicBezTo>
                <a:cubicBezTo>
                  <a:pt x="50838" y="529484"/>
                  <a:pt x="50838" y="529492"/>
                  <a:pt x="50838" y="529500"/>
                </a:cubicBezTo>
                <a:close/>
                <a:moveTo>
                  <a:pt x="269068" y="529500"/>
                </a:moveTo>
                <a:cubicBezTo>
                  <a:pt x="269068" y="543798"/>
                  <a:pt x="257469" y="555389"/>
                  <a:pt x="243160" y="555389"/>
                </a:cubicBezTo>
                <a:cubicBezTo>
                  <a:pt x="228853" y="555389"/>
                  <a:pt x="217253" y="543798"/>
                  <a:pt x="217253" y="529500"/>
                </a:cubicBezTo>
                <a:cubicBezTo>
                  <a:pt x="217253" y="515202"/>
                  <a:pt x="228853" y="503612"/>
                  <a:pt x="243160" y="503612"/>
                </a:cubicBezTo>
                <a:cubicBezTo>
                  <a:pt x="257461" y="503629"/>
                  <a:pt x="269051" y="515209"/>
                  <a:pt x="269068" y="529500"/>
                </a:cubicBezTo>
                <a:close/>
                <a:moveTo>
                  <a:pt x="487237" y="529500"/>
                </a:moveTo>
                <a:cubicBezTo>
                  <a:pt x="487237" y="543798"/>
                  <a:pt x="475637" y="555389"/>
                  <a:pt x="461329" y="555389"/>
                </a:cubicBezTo>
                <a:cubicBezTo>
                  <a:pt x="447021" y="555389"/>
                  <a:pt x="435422" y="543798"/>
                  <a:pt x="435422" y="529500"/>
                </a:cubicBezTo>
                <a:cubicBezTo>
                  <a:pt x="435422" y="515202"/>
                  <a:pt x="447021" y="503612"/>
                  <a:pt x="461329" y="503612"/>
                </a:cubicBezTo>
                <a:cubicBezTo>
                  <a:pt x="475631" y="503605"/>
                  <a:pt x="487229" y="515184"/>
                  <a:pt x="487237" y="529475"/>
                </a:cubicBezTo>
                <a:cubicBezTo>
                  <a:pt x="487237" y="529484"/>
                  <a:pt x="487237" y="529492"/>
                  <a:pt x="487237" y="529500"/>
                </a:cubicBezTo>
                <a:close/>
                <a:moveTo>
                  <a:pt x="705466" y="529500"/>
                </a:moveTo>
                <a:cubicBezTo>
                  <a:pt x="705466" y="543798"/>
                  <a:pt x="693867" y="555389"/>
                  <a:pt x="679559" y="555389"/>
                </a:cubicBezTo>
                <a:cubicBezTo>
                  <a:pt x="665250" y="555389"/>
                  <a:pt x="653652" y="543798"/>
                  <a:pt x="653652" y="529500"/>
                </a:cubicBezTo>
                <a:cubicBezTo>
                  <a:pt x="653652" y="515202"/>
                  <a:pt x="665250" y="503612"/>
                  <a:pt x="679559" y="503612"/>
                </a:cubicBezTo>
                <a:cubicBezTo>
                  <a:pt x="693861" y="503605"/>
                  <a:pt x="705458" y="515184"/>
                  <a:pt x="705466" y="529475"/>
                </a:cubicBezTo>
                <a:cubicBezTo>
                  <a:pt x="705466" y="529484"/>
                  <a:pt x="705466" y="529492"/>
                  <a:pt x="705466" y="529500"/>
                </a:cubicBezTo>
                <a:close/>
                <a:moveTo>
                  <a:pt x="923695" y="529500"/>
                </a:moveTo>
                <a:cubicBezTo>
                  <a:pt x="923695" y="543798"/>
                  <a:pt x="912096" y="555389"/>
                  <a:pt x="897788" y="555389"/>
                </a:cubicBezTo>
                <a:cubicBezTo>
                  <a:pt x="883481" y="555389"/>
                  <a:pt x="871881" y="543798"/>
                  <a:pt x="871881" y="529500"/>
                </a:cubicBezTo>
                <a:cubicBezTo>
                  <a:pt x="871881" y="515202"/>
                  <a:pt x="883481" y="503612"/>
                  <a:pt x="897788" y="503612"/>
                </a:cubicBezTo>
                <a:cubicBezTo>
                  <a:pt x="912090" y="503605"/>
                  <a:pt x="923688" y="515184"/>
                  <a:pt x="923695" y="529475"/>
                </a:cubicBezTo>
                <a:cubicBezTo>
                  <a:pt x="923695" y="529484"/>
                  <a:pt x="923695" y="529492"/>
                  <a:pt x="923695" y="529500"/>
                </a:cubicBezTo>
                <a:close/>
                <a:moveTo>
                  <a:pt x="1141923" y="529500"/>
                </a:moveTo>
                <a:cubicBezTo>
                  <a:pt x="1141923" y="543798"/>
                  <a:pt x="1130324" y="555389"/>
                  <a:pt x="1116016" y="555389"/>
                </a:cubicBezTo>
                <a:cubicBezTo>
                  <a:pt x="1101708" y="555389"/>
                  <a:pt x="1090109" y="543798"/>
                  <a:pt x="1090109" y="529500"/>
                </a:cubicBezTo>
                <a:cubicBezTo>
                  <a:pt x="1090109" y="515202"/>
                  <a:pt x="1101708" y="503612"/>
                  <a:pt x="1116016" y="503612"/>
                </a:cubicBezTo>
                <a:cubicBezTo>
                  <a:pt x="1130316" y="503629"/>
                  <a:pt x="1141907" y="515209"/>
                  <a:pt x="1141923" y="529500"/>
                </a:cubicBezTo>
                <a:close/>
                <a:moveTo>
                  <a:pt x="50838" y="697404"/>
                </a:moveTo>
                <a:cubicBezTo>
                  <a:pt x="50838" y="711702"/>
                  <a:pt x="39239" y="723293"/>
                  <a:pt x="24931" y="723293"/>
                </a:cubicBezTo>
                <a:cubicBezTo>
                  <a:pt x="10623" y="723293"/>
                  <a:pt x="-976" y="711702"/>
                  <a:pt x="-976" y="697404"/>
                </a:cubicBezTo>
                <a:cubicBezTo>
                  <a:pt x="-976" y="683106"/>
                  <a:pt x="10623" y="671516"/>
                  <a:pt x="24931" y="671516"/>
                </a:cubicBezTo>
                <a:cubicBezTo>
                  <a:pt x="39233" y="671509"/>
                  <a:pt x="50831" y="683088"/>
                  <a:pt x="50838" y="697379"/>
                </a:cubicBezTo>
                <a:cubicBezTo>
                  <a:pt x="50838" y="697387"/>
                  <a:pt x="50838" y="697395"/>
                  <a:pt x="50838" y="697404"/>
                </a:cubicBezTo>
                <a:close/>
                <a:moveTo>
                  <a:pt x="269068" y="697404"/>
                </a:moveTo>
                <a:cubicBezTo>
                  <a:pt x="269068" y="711702"/>
                  <a:pt x="257469" y="723293"/>
                  <a:pt x="243160" y="723293"/>
                </a:cubicBezTo>
                <a:cubicBezTo>
                  <a:pt x="228853" y="723293"/>
                  <a:pt x="217253" y="711702"/>
                  <a:pt x="217253" y="697404"/>
                </a:cubicBezTo>
                <a:cubicBezTo>
                  <a:pt x="217253" y="683106"/>
                  <a:pt x="228853" y="671516"/>
                  <a:pt x="243160" y="671516"/>
                </a:cubicBezTo>
                <a:cubicBezTo>
                  <a:pt x="257461" y="671532"/>
                  <a:pt x="269051" y="683113"/>
                  <a:pt x="269068" y="697404"/>
                </a:cubicBezTo>
                <a:close/>
                <a:moveTo>
                  <a:pt x="487237" y="697404"/>
                </a:moveTo>
                <a:cubicBezTo>
                  <a:pt x="487237" y="711702"/>
                  <a:pt x="475637" y="723293"/>
                  <a:pt x="461329" y="723293"/>
                </a:cubicBezTo>
                <a:cubicBezTo>
                  <a:pt x="447021" y="723293"/>
                  <a:pt x="435422" y="711702"/>
                  <a:pt x="435422" y="697404"/>
                </a:cubicBezTo>
                <a:cubicBezTo>
                  <a:pt x="435422" y="683106"/>
                  <a:pt x="447021" y="671516"/>
                  <a:pt x="461329" y="671516"/>
                </a:cubicBezTo>
                <a:cubicBezTo>
                  <a:pt x="475631" y="671509"/>
                  <a:pt x="487229" y="683088"/>
                  <a:pt x="487237" y="697379"/>
                </a:cubicBezTo>
                <a:cubicBezTo>
                  <a:pt x="487237" y="697387"/>
                  <a:pt x="487237" y="697395"/>
                  <a:pt x="487237" y="697404"/>
                </a:cubicBezTo>
                <a:close/>
                <a:moveTo>
                  <a:pt x="705466" y="697404"/>
                </a:moveTo>
                <a:cubicBezTo>
                  <a:pt x="705466" y="711702"/>
                  <a:pt x="693867" y="723293"/>
                  <a:pt x="679559" y="723293"/>
                </a:cubicBezTo>
                <a:cubicBezTo>
                  <a:pt x="665250" y="723293"/>
                  <a:pt x="653652" y="711702"/>
                  <a:pt x="653652" y="697404"/>
                </a:cubicBezTo>
                <a:cubicBezTo>
                  <a:pt x="653652" y="683106"/>
                  <a:pt x="665250" y="671516"/>
                  <a:pt x="679559" y="671516"/>
                </a:cubicBezTo>
                <a:cubicBezTo>
                  <a:pt x="693861" y="671509"/>
                  <a:pt x="705458" y="683088"/>
                  <a:pt x="705466" y="697379"/>
                </a:cubicBezTo>
                <a:cubicBezTo>
                  <a:pt x="705466" y="697387"/>
                  <a:pt x="705466" y="697395"/>
                  <a:pt x="705466" y="697404"/>
                </a:cubicBezTo>
                <a:close/>
                <a:moveTo>
                  <a:pt x="923695" y="697404"/>
                </a:moveTo>
                <a:cubicBezTo>
                  <a:pt x="923695" y="711702"/>
                  <a:pt x="912096" y="723293"/>
                  <a:pt x="897788" y="723293"/>
                </a:cubicBezTo>
                <a:cubicBezTo>
                  <a:pt x="883481" y="723293"/>
                  <a:pt x="871881" y="711702"/>
                  <a:pt x="871881" y="697404"/>
                </a:cubicBezTo>
                <a:cubicBezTo>
                  <a:pt x="871881" y="683106"/>
                  <a:pt x="883481" y="671516"/>
                  <a:pt x="897788" y="671516"/>
                </a:cubicBezTo>
                <a:cubicBezTo>
                  <a:pt x="912090" y="671509"/>
                  <a:pt x="923688" y="683088"/>
                  <a:pt x="923695" y="697379"/>
                </a:cubicBezTo>
                <a:cubicBezTo>
                  <a:pt x="923695" y="697387"/>
                  <a:pt x="923695" y="697395"/>
                  <a:pt x="923695" y="697404"/>
                </a:cubicBezTo>
                <a:close/>
                <a:moveTo>
                  <a:pt x="1141923" y="697404"/>
                </a:moveTo>
                <a:cubicBezTo>
                  <a:pt x="1141923" y="711702"/>
                  <a:pt x="1130324" y="723293"/>
                  <a:pt x="1116016" y="723293"/>
                </a:cubicBezTo>
                <a:cubicBezTo>
                  <a:pt x="1101708" y="723293"/>
                  <a:pt x="1090109" y="711702"/>
                  <a:pt x="1090109" y="697404"/>
                </a:cubicBezTo>
                <a:cubicBezTo>
                  <a:pt x="1090109" y="683106"/>
                  <a:pt x="1101708" y="671516"/>
                  <a:pt x="1116016" y="671516"/>
                </a:cubicBezTo>
                <a:cubicBezTo>
                  <a:pt x="1130316" y="671532"/>
                  <a:pt x="1141907" y="683113"/>
                  <a:pt x="1141923" y="697404"/>
                </a:cubicBez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0" name="Text 7"/>
          <p:cNvSpPr/>
          <p:nvPr/>
        </p:nvSpPr>
        <p:spPr>
          <a:xfrm>
            <a:off x="690545" y="2082764"/>
            <a:ext cx="1141923" cy="723293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10703860" y="3916644"/>
            <a:ext cx="1141923" cy="723293"/>
          </a:xfrm>
          <a:custGeom>
            <a:avLst/>
            <a:gdLst/>
            <a:ahLst/>
            <a:cxnLst/>
            <a:rect l="l" t="t" r="r" b="b"/>
            <a:pathLst>
              <a:path w="1141923" h="723293">
                <a:moveTo>
                  <a:pt x="50838" y="25788"/>
                </a:moveTo>
                <a:cubicBezTo>
                  <a:pt x="50838" y="40086"/>
                  <a:pt x="39239" y="51676"/>
                  <a:pt x="24931" y="51676"/>
                </a:cubicBezTo>
                <a:cubicBezTo>
                  <a:pt x="10623" y="51676"/>
                  <a:pt x="-976" y="40086"/>
                  <a:pt x="-976" y="25788"/>
                </a:cubicBezTo>
                <a:cubicBezTo>
                  <a:pt x="-976" y="11490"/>
                  <a:pt x="10623" y="-101"/>
                  <a:pt x="24931" y="-101"/>
                </a:cubicBezTo>
                <a:cubicBezTo>
                  <a:pt x="39233" y="-108"/>
                  <a:pt x="50831" y="11473"/>
                  <a:pt x="50838" y="25763"/>
                </a:cubicBezTo>
                <a:cubicBezTo>
                  <a:pt x="50838" y="25772"/>
                  <a:pt x="50838" y="25780"/>
                  <a:pt x="50838" y="25788"/>
                </a:cubicBezTo>
                <a:close/>
                <a:moveTo>
                  <a:pt x="269068" y="25788"/>
                </a:moveTo>
                <a:cubicBezTo>
                  <a:pt x="269068" y="40086"/>
                  <a:pt x="257469" y="51676"/>
                  <a:pt x="243160" y="51676"/>
                </a:cubicBezTo>
                <a:cubicBezTo>
                  <a:pt x="228853" y="51676"/>
                  <a:pt x="217253" y="40086"/>
                  <a:pt x="217253" y="25788"/>
                </a:cubicBezTo>
                <a:cubicBezTo>
                  <a:pt x="217253" y="11490"/>
                  <a:pt x="228853" y="-101"/>
                  <a:pt x="243160" y="-101"/>
                </a:cubicBezTo>
                <a:cubicBezTo>
                  <a:pt x="257461" y="-84"/>
                  <a:pt x="269051" y="11497"/>
                  <a:pt x="269068" y="25788"/>
                </a:cubicBezTo>
                <a:close/>
                <a:moveTo>
                  <a:pt x="487237" y="25788"/>
                </a:moveTo>
                <a:cubicBezTo>
                  <a:pt x="487237" y="40086"/>
                  <a:pt x="475637" y="51676"/>
                  <a:pt x="461329" y="51676"/>
                </a:cubicBezTo>
                <a:cubicBezTo>
                  <a:pt x="447021" y="51676"/>
                  <a:pt x="435422" y="40086"/>
                  <a:pt x="435422" y="25788"/>
                </a:cubicBezTo>
                <a:cubicBezTo>
                  <a:pt x="435422" y="11490"/>
                  <a:pt x="447021" y="-101"/>
                  <a:pt x="461329" y="-101"/>
                </a:cubicBezTo>
                <a:cubicBezTo>
                  <a:pt x="475631" y="-108"/>
                  <a:pt x="487229" y="11473"/>
                  <a:pt x="487237" y="25763"/>
                </a:cubicBezTo>
                <a:cubicBezTo>
                  <a:pt x="487237" y="25772"/>
                  <a:pt x="487237" y="25780"/>
                  <a:pt x="487237" y="25788"/>
                </a:cubicBezTo>
                <a:close/>
                <a:moveTo>
                  <a:pt x="705466" y="25788"/>
                </a:moveTo>
                <a:cubicBezTo>
                  <a:pt x="705466" y="40086"/>
                  <a:pt x="693867" y="51676"/>
                  <a:pt x="679559" y="51676"/>
                </a:cubicBezTo>
                <a:cubicBezTo>
                  <a:pt x="665250" y="51676"/>
                  <a:pt x="653652" y="40086"/>
                  <a:pt x="653652" y="25788"/>
                </a:cubicBezTo>
                <a:cubicBezTo>
                  <a:pt x="653652" y="11490"/>
                  <a:pt x="665250" y="-101"/>
                  <a:pt x="679559" y="-101"/>
                </a:cubicBezTo>
                <a:cubicBezTo>
                  <a:pt x="693861" y="-108"/>
                  <a:pt x="705458" y="11473"/>
                  <a:pt x="705466" y="25763"/>
                </a:cubicBezTo>
                <a:cubicBezTo>
                  <a:pt x="705466" y="25772"/>
                  <a:pt x="705466" y="25780"/>
                  <a:pt x="705466" y="25788"/>
                </a:cubicBezTo>
                <a:close/>
                <a:moveTo>
                  <a:pt x="923695" y="25788"/>
                </a:moveTo>
                <a:cubicBezTo>
                  <a:pt x="923695" y="40086"/>
                  <a:pt x="912096" y="51676"/>
                  <a:pt x="897788" y="51676"/>
                </a:cubicBezTo>
                <a:cubicBezTo>
                  <a:pt x="883481" y="51676"/>
                  <a:pt x="871881" y="40086"/>
                  <a:pt x="871881" y="25788"/>
                </a:cubicBezTo>
                <a:cubicBezTo>
                  <a:pt x="871881" y="11490"/>
                  <a:pt x="883481" y="-101"/>
                  <a:pt x="897788" y="-101"/>
                </a:cubicBezTo>
                <a:cubicBezTo>
                  <a:pt x="912090" y="-108"/>
                  <a:pt x="923688" y="11473"/>
                  <a:pt x="923695" y="25763"/>
                </a:cubicBezTo>
                <a:cubicBezTo>
                  <a:pt x="923695" y="25772"/>
                  <a:pt x="923695" y="25780"/>
                  <a:pt x="923695" y="25788"/>
                </a:cubicBezTo>
                <a:close/>
                <a:moveTo>
                  <a:pt x="1141923" y="25788"/>
                </a:moveTo>
                <a:cubicBezTo>
                  <a:pt x="1141923" y="40086"/>
                  <a:pt x="1130324" y="51676"/>
                  <a:pt x="1116016" y="51676"/>
                </a:cubicBezTo>
                <a:cubicBezTo>
                  <a:pt x="1101708" y="51676"/>
                  <a:pt x="1090109" y="40086"/>
                  <a:pt x="1090109" y="25788"/>
                </a:cubicBezTo>
                <a:cubicBezTo>
                  <a:pt x="1090109" y="11490"/>
                  <a:pt x="1101708" y="-101"/>
                  <a:pt x="1116016" y="-101"/>
                </a:cubicBezTo>
                <a:cubicBezTo>
                  <a:pt x="1130316" y="-84"/>
                  <a:pt x="1141907" y="11497"/>
                  <a:pt x="1141923" y="25788"/>
                </a:cubicBezTo>
                <a:close/>
                <a:moveTo>
                  <a:pt x="50838" y="193692"/>
                </a:moveTo>
                <a:cubicBezTo>
                  <a:pt x="50838" y="207990"/>
                  <a:pt x="39239" y="219580"/>
                  <a:pt x="24931" y="219580"/>
                </a:cubicBezTo>
                <a:cubicBezTo>
                  <a:pt x="10623" y="219580"/>
                  <a:pt x="-976" y="207990"/>
                  <a:pt x="-976" y="193692"/>
                </a:cubicBezTo>
                <a:cubicBezTo>
                  <a:pt x="-976" y="179394"/>
                  <a:pt x="10623" y="167803"/>
                  <a:pt x="24931" y="167803"/>
                </a:cubicBezTo>
                <a:cubicBezTo>
                  <a:pt x="39233" y="167796"/>
                  <a:pt x="50831" y="179377"/>
                  <a:pt x="50838" y="193668"/>
                </a:cubicBezTo>
                <a:cubicBezTo>
                  <a:pt x="50838" y="193676"/>
                  <a:pt x="50838" y="193684"/>
                  <a:pt x="50838" y="193692"/>
                </a:cubicBezTo>
                <a:close/>
                <a:moveTo>
                  <a:pt x="269068" y="193692"/>
                </a:moveTo>
                <a:cubicBezTo>
                  <a:pt x="269068" y="207990"/>
                  <a:pt x="257469" y="219580"/>
                  <a:pt x="243160" y="219580"/>
                </a:cubicBezTo>
                <a:cubicBezTo>
                  <a:pt x="228853" y="219580"/>
                  <a:pt x="217253" y="207990"/>
                  <a:pt x="217253" y="193692"/>
                </a:cubicBezTo>
                <a:cubicBezTo>
                  <a:pt x="217253" y="179394"/>
                  <a:pt x="228853" y="167803"/>
                  <a:pt x="243160" y="167803"/>
                </a:cubicBezTo>
                <a:cubicBezTo>
                  <a:pt x="257461" y="167820"/>
                  <a:pt x="269051" y="179401"/>
                  <a:pt x="269068" y="193692"/>
                </a:cubicBezTo>
                <a:close/>
                <a:moveTo>
                  <a:pt x="487237" y="193692"/>
                </a:moveTo>
                <a:cubicBezTo>
                  <a:pt x="487237" y="207990"/>
                  <a:pt x="475637" y="219580"/>
                  <a:pt x="461329" y="219580"/>
                </a:cubicBezTo>
                <a:cubicBezTo>
                  <a:pt x="447021" y="219580"/>
                  <a:pt x="435422" y="207990"/>
                  <a:pt x="435422" y="193692"/>
                </a:cubicBezTo>
                <a:cubicBezTo>
                  <a:pt x="435422" y="179394"/>
                  <a:pt x="447021" y="167803"/>
                  <a:pt x="461329" y="167803"/>
                </a:cubicBezTo>
                <a:cubicBezTo>
                  <a:pt x="475631" y="167796"/>
                  <a:pt x="487229" y="179377"/>
                  <a:pt x="487237" y="193668"/>
                </a:cubicBezTo>
                <a:cubicBezTo>
                  <a:pt x="487237" y="193676"/>
                  <a:pt x="487237" y="193684"/>
                  <a:pt x="487237" y="193692"/>
                </a:cubicBezTo>
                <a:close/>
                <a:moveTo>
                  <a:pt x="705466" y="193692"/>
                </a:moveTo>
                <a:cubicBezTo>
                  <a:pt x="705466" y="207990"/>
                  <a:pt x="693867" y="219580"/>
                  <a:pt x="679559" y="219580"/>
                </a:cubicBezTo>
                <a:cubicBezTo>
                  <a:pt x="665250" y="219580"/>
                  <a:pt x="653652" y="207990"/>
                  <a:pt x="653652" y="193692"/>
                </a:cubicBezTo>
                <a:cubicBezTo>
                  <a:pt x="653652" y="179394"/>
                  <a:pt x="665250" y="167803"/>
                  <a:pt x="679559" y="167803"/>
                </a:cubicBezTo>
                <a:cubicBezTo>
                  <a:pt x="693861" y="167796"/>
                  <a:pt x="705458" y="179377"/>
                  <a:pt x="705466" y="193668"/>
                </a:cubicBezTo>
                <a:cubicBezTo>
                  <a:pt x="705466" y="193676"/>
                  <a:pt x="705466" y="193684"/>
                  <a:pt x="705466" y="193692"/>
                </a:cubicBezTo>
                <a:close/>
                <a:moveTo>
                  <a:pt x="923695" y="193692"/>
                </a:moveTo>
                <a:cubicBezTo>
                  <a:pt x="923695" y="207990"/>
                  <a:pt x="912096" y="219580"/>
                  <a:pt x="897788" y="219580"/>
                </a:cubicBezTo>
                <a:cubicBezTo>
                  <a:pt x="883481" y="219580"/>
                  <a:pt x="871881" y="207990"/>
                  <a:pt x="871881" y="193692"/>
                </a:cubicBezTo>
                <a:cubicBezTo>
                  <a:pt x="871881" y="179394"/>
                  <a:pt x="883481" y="167803"/>
                  <a:pt x="897788" y="167803"/>
                </a:cubicBezTo>
                <a:cubicBezTo>
                  <a:pt x="912090" y="167796"/>
                  <a:pt x="923688" y="179377"/>
                  <a:pt x="923695" y="193668"/>
                </a:cubicBezTo>
                <a:cubicBezTo>
                  <a:pt x="923695" y="193676"/>
                  <a:pt x="923695" y="193684"/>
                  <a:pt x="923695" y="193692"/>
                </a:cubicBezTo>
                <a:close/>
                <a:moveTo>
                  <a:pt x="1141923" y="193692"/>
                </a:moveTo>
                <a:cubicBezTo>
                  <a:pt x="1141923" y="207990"/>
                  <a:pt x="1130324" y="219580"/>
                  <a:pt x="1116016" y="219580"/>
                </a:cubicBezTo>
                <a:cubicBezTo>
                  <a:pt x="1101708" y="219580"/>
                  <a:pt x="1090109" y="207990"/>
                  <a:pt x="1090109" y="193692"/>
                </a:cubicBezTo>
                <a:cubicBezTo>
                  <a:pt x="1090109" y="179394"/>
                  <a:pt x="1101708" y="167803"/>
                  <a:pt x="1116016" y="167803"/>
                </a:cubicBezTo>
                <a:cubicBezTo>
                  <a:pt x="1130316" y="167820"/>
                  <a:pt x="1141907" y="179401"/>
                  <a:pt x="1141923" y="193692"/>
                </a:cubicBezTo>
                <a:close/>
                <a:moveTo>
                  <a:pt x="50838" y="361596"/>
                </a:moveTo>
                <a:cubicBezTo>
                  <a:pt x="50838" y="375894"/>
                  <a:pt x="39239" y="387485"/>
                  <a:pt x="24931" y="387485"/>
                </a:cubicBezTo>
                <a:cubicBezTo>
                  <a:pt x="10623" y="387485"/>
                  <a:pt x="-976" y="375894"/>
                  <a:pt x="-976" y="361596"/>
                </a:cubicBezTo>
                <a:cubicBezTo>
                  <a:pt x="-976" y="347298"/>
                  <a:pt x="10623" y="335707"/>
                  <a:pt x="24931" y="335707"/>
                </a:cubicBezTo>
                <a:cubicBezTo>
                  <a:pt x="39233" y="335700"/>
                  <a:pt x="50831" y="347280"/>
                  <a:pt x="50838" y="361571"/>
                </a:cubicBezTo>
                <a:cubicBezTo>
                  <a:pt x="50838" y="361579"/>
                  <a:pt x="50838" y="361588"/>
                  <a:pt x="50838" y="361596"/>
                </a:cubicBezTo>
                <a:close/>
                <a:moveTo>
                  <a:pt x="269068" y="361596"/>
                </a:moveTo>
                <a:cubicBezTo>
                  <a:pt x="269068" y="375894"/>
                  <a:pt x="257469" y="387485"/>
                  <a:pt x="243160" y="387485"/>
                </a:cubicBezTo>
                <a:cubicBezTo>
                  <a:pt x="228853" y="387485"/>
                  <a:pt x="217253" y="375894"/>
                  <a:pt x="217253" y="361596"/>
                </a:cubicBezTo>
                <a:cubicBezTo>
                  <a:pt x="217253" y="347298"/>
                  <a:pt x="228853" y="335707"/>
                  <a:pt x="243160" y="335707"/>
                </a:cubicBezTo>
                <a:cubicBezTo>
                  <a:pt x="257461" y="335724"/>
                  <a:pt x="269051" y="347305"/>
                  <a:pt x="269068" y="361596"/>
                </a:cubicBezTo>
                <a:close/>
                <a:moveTo>
                  <a:pt x="487237" y="361596"/>
                </a:moveTo>
                <a:cubicBezTo>
                  <a:pt x="487237" y="375894"/>
                  <a:pt x="475637" y="387485"/>
                  <a:pt x="461329" y="387485"/>
                </a:cubicBezTo>
                <a:cubicBezTo>
                  <a:pt x="447021" y="387485"/>
                  <a:pt x="435422" y="375894"/>
                  <a:pt x="435422" y="361596"/>
                </a:cubicBezTo>
                <a:cubicBezTo>
                  <a:pt x="435422" y="347298"/>
                  <a:pt x="447021" y="335707"/>
                  <a:pt x="461329" y="335707"/>
                </a:cubicBezTo>
                <a:cubicBezTo>
                  <a:pt x="475631" y="335700"/>
                  <a:pt x="487229" y="347280"/>
                  <a:pt x="487237" y="361571"/>
                </a:cubicBezTo>
                <a:cubicBezTo>
                  <a:pt x="487237" y="361579"/>
                  <a:pt x="487237" y="361588"/>
                  <a:pt x="487237" y="361596"/>
                </a:cubicBezTo>
                <a:close/>
                <a:moveTo>
                  <a:pt x="705466" y="361596"/>
                </a:moveTo>
                <a:cubicBezTo>
                  <a:pt x="705466" y="375894"/>
                  <a:pt x="693867" y="387485"/>
                  <a:pt x="679559" y="387485"/>
                </a:cubicBezTo>
                <a:cubicBezTo>
                  <a:pt x="665250" y="387485"/>
                  <a:pt x="653652" y="375894"/>
                  <a:pt x="653652" y="361596"/>
                </a:cubicBezTo>
                <a:cubicBezTo>
                  <a:pt x="653652" y="347298"/>
                  <a:pt x="665250" y="335707"/>
                  <a:pt x="679559" y="335707"/>
                </a:cubicBezTo>
                <a:cubicBezTo>
                  <a:pt x="693861" y="335700"/>
                  <a:pt x="705458" y="347280"/>
                  <a:pt x="705466" y="361571"/>
                </a:cubicBezTo>
                <a:cubicBezTo>
                  <a:pt x="705466" y="361579"/>
                  <a:pt x="705466" y="361588"/>
                  <a:pt x="705466" y="361596"/>
                </a:cubicBezTo>
                <a:close/>
                <a:moveTo>
                  <a:pt x="923695" y="361596"/>
                </a:moveTo>
                <a:cubicBezTo>
                  <a:pt x="923695" y="375894"/>
                  <a:pt x="912096" y="387485"/>
                  <a:pt x="897788" y="387485"/>
                </a:cubicBezTo>
                <a:cubicBezTo>
                  <a:pt x="883481" y="387485"/>
                  <a:pt x="871881" y="375894"/>
                  <a:pt x="871881" y="361596"/>
                </a:cubicBezTo>
                <a:cubicBezTo>
                  <a:pt x="871881" y="347298"/>
                  <a:pt x="883481" y="335707"/>
                  <a:pt x="897788" y="335707"/>
                </a:cubicBezTo>
                <a:cubicBezTo>
                  <a:pt x="912090" y="335700"/>
                  <a:pt x="923688" y="347280"/>
                  <a:pt x="923695" y="361571"/>
                </a:cubicBezTo>
                <a:cubicBezTo>
                  <a:pt x="923695" y="361579"/>
                  <a:pt x="923695" y="361588"/>
                  <a:pt x="923695" y="361596"/>
                </a:cubicBezTo>
                <a:close/>
                <a:moveTo>
                  <a:pt x="1141923" y="361596"/>
                </a:moveTo>
                <a:cubicBezTo>
                  <a:pt x="1141923" y="375894"/>
                  <a:pt x="1130324" y="387485"/>
                  <a:pt x="1116016" y="387485"/>
                </a:cubicBezTo>
                <a:cubicBezTo>
                  <a:pt x="1101708" y="387485"/>
                  <a:pt x="1090109" y="375894"/>
                  <a:pt x="1090109" y="361596"/>
                </a:cubicBezTo>
                <a:cubicBezTo>
                  <a:pt x="1090109" y="347298"/>
                  <a:pt x="1101708" y="335707"/>
                  <a:pt x="1116016" y="335707"/>
                </a:cubicBezTo>
                <a:cubicBezTo>
                  <a:pt x="1130316" y="335724"/>
                  <a:pt x="1141907" y="347305"/>
                  <a:pt x="1141923" y="361596"/>
                </a:cubicBezTo>
                <a:close/>
                <a:moveTo>
                  <a:pt x="50838" y="529500"/>
                </a:moveTo>
                <a:cubicBezTo>
                  <a:pt x="50838" y="543798"/>
                  <a:pt x="39239" y="555389"/>
                  <a:pt x="24931" y="555389"/>
                </a:cubicBezTo>
                <a:cubicBezTo>
                  <a:pt x="10623" y="555389"/>
                  <a:pt x="-976" y="543798"/>
                  <a:pt x="-976" y="529500"/>
                </a:cubicBezTo>
                <a:cubicBezTo>
                  <a:pt x="-976" y="515202"/>
                  <a:pt x="10623" y="503612"/>
                  <a:pt x="24931" y="503612"/>
                </a:cubicBezTo>
                <a:cubicBezTo>
                  <a:pt x="39233" y="503605"/>
                  <a:pt x="50831" y="515184"/>
                  <a:pt x="50838" y="529475"/>
                </a:cubicBezTo>
                <a:cubicBezTo>
                  <a:pt x="50838" y="529484"/>
                  <a:pt x="50838" y="529492"/>
                  <a:pt x="50838" y="529500"/>
                </a:cubicBezTo>
                <a:close/>
                <a:moveTo>
                  <a:pt x="269068" y="529500"/>
                </a:moveTo>
                <a:cubicBezTo>
                  <a:pt x="269068" y="543798"/>
                  <a:pt x="257469" y="555389"/>
                  <a:pt x="243160" y="555389"/>
                </a:cubicBezTo>
                <a:cubicBezTo>
                  <a:pt x="228853" y="555389"/>
                  <a:pt x="217253" y="543798"/>
                  <a:pt x="217253" y="529500"/>
                </a:cubicBezTo>
                <a:cubicBezTo>
                  <a:pt x="217253" y="515202"/>
                  <a:pt x="228853" y="503612"/>
                  <a:pt x="243160" y="503612"/>
                </a:cubicBezTo>
                <a:cubicBezTo>
                  <a:pt x="257461" y="503629"/>
                  <a:pt x="269051" y="515209"/>
                  <a:pt x="269068" y="529500"/>
                </a:cubicBezTo>
                <a:close/>
                <a:moveTo>
                  <a:pt x="487237" y="529500"/>
                </a:moveTo>
                <a:cubicBezTo>
                  <a:pt x="487237" y="543798"/>
                  <a:pt x="475637" y="555389"/>
                  <a:pt x="461329" y="555389"/>
                </a:cubicBezTo>
                <a:cubicBezTo>
                  <a:pt x="447021" y="555389"/>
                  <a:pt x="435422" y="543798"/>
                  <a:pt x="435422" y="529500"/>
                </a:cubicBezTo>
                <a:cubicBezTo>
                  <a:pt x="435422" y="515202"/>
                  <a:pt x="447021" y="503612"/>
                  <a:pt x="461329" y="503612"/>
                </a:cubicBezTo>
                <a:cubicBezTo>
                  <a:pt x="475631" y="503605"/>
                  <a:pt x="487229" y="515184"/>
                  <a:pt x="487237" y="529475"/>
                </a:cubicBezTo>
                <a:cubicBezTo>
                  <a:pt x="487237" y="529484"/>
                  <a:pt x="487237" y="529492"/>
                  <a:pt x="487237" y="529500"/>
                </a:cubicBezTo>
                <a:close/>
                <a:moveTo>
                  <a:pt x="705466" y="529500"/>
                </a:moveTo>
                <a:cubicBezTo>
                  <a:pt x="705466" y="543798"/>
                  <a:pt x="693867" y="555389"/>
                  <a:pt x="679559" y="555389"/>
                </a:cubicBezTo>
                <a:cubicBezTo>
                  <a:pt x="665250" y="555389"/>
                  <a:pt x="653652" y="543798"/>
                  <a:pt x="653652" y="529500"/>
                </a:cubicBezTo>
                <a:cubicBezTo>
                  <a:pt x="653652" y="515202"/>
                  <a:pt x="665250" y="503612"/>
                  <a:pt x="679559" y="503612"/>
                </a:cubicBezTo>
                <a:cubicBezTo>
                  <a:pt x="693861" y="503605"/>
                  <a:pt x="705458" y="515184"/>
                  <a:pt x="705466" y="529475"/>
                </a:cubicBezTo>
                <a:cubicBezTo>
                  <a:pt x="705466" y="529484"/>
                  <a:pt x="705466" y="529492"/>
                  <a:pt x="705466" y="529500"/>
                </a:cubicBezTo>
                <a:close/>
                <a:moveTo>
                  <a:pt x="923695" y="529500"/>
                </a:moveTo>
                <a:cubicBezTo>
                  <a:pt x="923695" y="543798"/>
                  <a:pt x="912096" y="555389"/>
                  <a:pt x="897788" y="555389"/>
                </a:cubicBezTo>
                <a:cubicBezTo>
                  <a:pt x="883481" y="555389"/>
                  <a:pt x="871881" y="543798"/>
                  <a:pt x="871881" y="529500"/>
                </a:cubicBezTo>
                <a:cubicBezTo>
                  <a:pt x="871881" y="515202"/>
                  <a:pt x="883481" y="503612"/>
                  <a:pt x="897788" y="503612"/>
                </a:cubicBezTo>
                <a:cubicBezTo>
                  <a:pt x="912090" y="503605"/>
                  <a:pt x="923688" y="515184"/>
                  <a:pt x="923695" y="529475"/>
                </a:cubicBezTo>
                <a:cubicBezTo>
                  <a:pt x="923695" y="529484"/>
                  <a:pt x="923695" y="529492"/>
                  <a:pt x="923695" y="529500"/>
                </a:cubicBezTo>
                <a:close/>
                <a:moveTo>
                  <a:pt x="1141923" y="529500"/>
                </a:moveTo>
                <a:cubicBezTo>
                  <a:pt x="1141923" y="543798"/>
                  <a:pt x="1130324" y="555389"/>
                  <a:pt x="1116016" y="555389"/>
                </a:cubicBezTo>
                <a:cubicBezTo>
                  <a:pt x="1101708" y="555389"/>
                  <a:pt x="1090109" y="543798"/>
                  <a:pt x="1090109" y="529500"/>
                </a:cubicBezTo>
                <a:cubicBezTo>
                  <a:pt x="1090109" y="515202"/>
                  <a:pt x="1101708" y="503612"/>
                  <a:pt x="1116016" y="503612"/>
                </a:cubicBezTo>
                <a:cubicBezTo>
                  <a:pt x="1130316" y="503629"/>
                  <a:pt x="1141907" y="515209"/>
                  <a:pt x="1141923" y="529500"/>
                </a:cubicBezTo>
                <a:close/>
                <a:moveTo>
                  <a:pt x="50838" y="697404"/>
                </a:moveTo>
                <a:cubicBezTo>
                  <a:pt x="50838" y="711702"/>
                  <a:pt x="39239" y="723293"/>
                  <a:pt x="24931" y="723293"/>
                </a:cubicBezTo>
                <a:cubicBezTo>
                  <a:pt x="10623" y="723293"/>
                  <a:pt x="-976" y="711702"/>
                  <a:pt x="-976" y="697404"/>
                </a:cubicBezTo>
                <a:cubicBezTo>
                  <a:pt x="-976" y="683106"/>
                  <a:pt x="10623" y="671516"/>
                  <a:pt x="24931" y="671516"/>
                </a:cubicBezTo>
                <a:cubicBezTo>
                  <a:pt x="39233" y="671509"/>
                  <a:pt x="50831" y="683088"/>
                  <a:pt x="50838" y="697379"/>
                </a:cubicBezTo>
                <a:cubicBezTo>
                  <a:pt x="50838" y="697387"/>
                  <a:pt x="50838" y="697395"/>
                  <a:pt x="50838" y="697404"/>
                </a:cubicBezTo>
                <a:close/>
                <a:moveTo>
                  <a:pt x="269068" y="697404"/>
                </a:moveTo>
                <a:cubicBezTo>
                  <a:pt x="269068" y="711702"/>
                  <a:pt x="257469" y="723293"/>
                  <a:pt x="243160" y="723293"/>
                </a:cubicBezTo>
                <a:cubicBezTo>
                  <a:pt x="228853" y="723293"/>
                  <a:pt x="217253" y="711702"/>
                  <a:pt x="217253" y="697404"/>
                </a:cubicBezTo>
                <a:cubicBezTo>
                  <a:pt x="217253" y="683106"/>
                  <a:pt x="228853" y="671516"/>
                  <a:pt x="243160" y="671516"/>
                </a:cubicBezTo>
                <a:cubicBezTo>
                  <a:pt x="257461" y="671532"/>
                  <a:pt x="269051" y="683113"/>
                  <a:pt x="269068" y="697404"/>
                </a:cubicBezTo>
                <a:close/>
                <a:moveTo>
                  <a:pt x="487237" y="697404"/>
                </a:moveTo>
                <a:cubicBezTo>
                  <a:pt x="487237" y="711702"/>
                  <a:pt x="475637" y="723293"/>
                  <a:pt x="461329" y="723293"/>
                </a:cubicBezTo>
                <a:cubicBezTo>
                  <a:pt x="447021" y="723293"/>
                  <a:pt x="435422" y="711702"/>
                  <a:pt x="435422" y="697404"/>
                </a:cubicBezTo>
                <a:cubicBezTo>
                  <a:pt x="435422" y="683106"/>
                  <a:pt x="447021" y="671516"/>
                  <a:pt x="461329" y="671516"/>
                </a:cubicBezTo>
                <a:cubicBezTo>
                  <a:pt x="475631" y="671509"/>
                  <a:pt x="487229" y="683088"/>
                  <a:pt x="487237" y="697379"/>
                </a:cubicBezTo>
                <a:cubicBezTo>
                  <a:pt x="487237" y="697387"/>
                  <a:pt x="487237" y="697395"/>
                  <a:pt x="487237" y="697404"/>
                </a:cubicBezTo>
                <a:close/>
                <a:moveTo>
                  <a:pt x="705466" y="697404"/>
                </a:moveTo>
                <a:cubicBezTo>
                  <a:pt x="705466" y="711702"/>
                  <a:pt x="693867" y="723293"/>
                  <a:pt x="679559" y="723293"/>
                </a:cubicBezTo>
                <a:cubicBezTo>
                  <a:pt x="665250" y="723293"/>
                  <a:pt x="653652" y="711702"/>
                  <a:pt x="653652" y="697404"/>
                </a:cubicBezTo>
                <a:cubicBezTo>
                  <a:pt x="653652" y="683106"/>
                  <a:pt x="665250" y="671516"/>
                  <a:pt x="679559" y="671516"/>
                </a:cubicBezTo>
                <a:cubicBezTo>
                  <a:pt x="693861" y="671509"/>
                  <a:pt x="705458" y="683088"/>
                  <a:pt x="705466" y="697379"/>
                </a:cubicBezTo>
                <a:cubicBezTo>
                  <a:pt x="705466" y="697387"/>
                  <a:pt x="705466" y="697395"/>
                  <a:pt x="705466" y="697404"/>
                </a:cubicBezTo>
                <a:close/>
                <a:moveTo>
                  <a:pt x="923695" y="697404"/>
                </a:moveTo>
                <a:cubicBezTo>
                  <a:pt x="923695" y="711702"/>
                  <a:pt x="912096" y="723293"/>
                  <a:pt x="897788" y="723293"/>
                </a:cubicBezTo>
                <a:cubicBezTo>
                  <a:pt x="883481" y="723293"/>
                  <a:pt x="871881" y="711702"/>
                  <a:pt x="871881" y="697404"/>
                </a:cubicBezTo>
                <a:cubicBezTo>
                  <a:pt x="871881" y="683106"/>
                  <a:pt x="883481" y="671516"/>
                  <a:pt x="897788" y="671516"/>
                </a:cubicBezTo>
                <a:cubicBezTo>
                  <a:pt x="912090" y="671509"/>
                  <a:pt x="923688" y="683088"/>
                  <a:pt x="923695" y="697379"/>
                </a:cubicBezTo>
                <a:cubicBezTo>
                  <a:pt x="923695" y="697387"/>
                  <a:pt x="923695" y="697395"/>
                  <a:pt x="923695" y="697404"/>
                </a:cubicBezTo>
                <a:close/>
                <a:moveTo>
                  <a:pt x="1141923" y="697404"/>
                </a:moveTo>
                <a:cubicBezTo>
                  <a:pt x="1141923" y="711702"/>
                  <a:pt x="1130324" y="723293"/>
                  <a:pt x="1116016" y="723293"/>
                </a:cubicBezTo>
                <a:cubicBezTo>
                  <a:pt x="1101708" y="723293"/>
                  <a:pt x="1090109" y="711702"/>
                  <a:pt x="1090109" y="697404"/>
                </a:cubicBezTo>
                <a:cubicBezTo>
                  <a:pt x="1090109" y="683106"/>
                  <a:pt x="1101708" y="671516"/>
                  <a:pt x="1116016" y="671516"/>
                </a:cubicBezTo>
                <a:cubicBezTo>
                  <a:pt x="1130316" y="671532"/>
                  <a:pt x="1141907" y="683113"/>
                  <a:pt x="1141923" y="697404"/>
                </a:cubicBez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2" name="Text 9"/>
          <p:cNvSpPr/>
          <p:nvPr/>
        </p:nvSpPr>
        <p:spPr>
          <a:xfrm>
            <a:off x="10703860" y="3916644"/>
            <a:ext cx="1141923" cy="723293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13" name="Image 1" descr="https://kimi-img.moonshot.cn/pub/slides/slides_tmpl/image/25-10-11-20:17:34-d3l4lngs8jdo4os5env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2095" y="4456430"/>
            <a:ext cx="5589905" cy="2401570"/>
          </a:xfrm>
          <a:prstGeom prst="rect">
            <a:avLst/>
          </a:prstGeom>
        </p:spPr>
      </p:pic>
      <p:pic>
        <p:nvPicPr>
          <p:cNvPr id="14" name="Image 2" descr="https://kimi-img.moonshot.cn/pub/slides/slides_tmpl/image/25-10-11-20:17:34-d3l4lngs8jdo4os5env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-40005"/>
            <a:ext cx="5589905" cy="240157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93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11-20:17:34-d3l4lngs8jdo4os5env0.png"/>
          <p:cNvPicPr>
            <a:picLocks noChangeAspect="1"/>
          </p:cNvPicPr>
          <p:nvPr/>
        </p:nvPicPr>
        <p:blipFill>
          <a:blip r:embed="rId4"/>
          <a:srcRect l="1285" r="1285"/>
          <a:stretch>
            <a:fillRect/>
          </a:stretch>
        </p:blipFill>
        <p:spPr>
          <a:xfrm>
            <a:off x="0" y="0"/>
            <a:ext cx="12192635" cy="684466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58900" y="3599180"/>
            <a:ext cx="9475470" cy="68834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ctr">
              <a:lnSpc>
                <a:spcPct val="110000"/>
              </a:lnSpc>
            </a:pPr>
            <a:r>
              <a:rPr lang="en-US" sz="3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项目历程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4684395" y="2165350"/>
            <a:ext cx="2824480" cy="143383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ctr">
              <a:lnSpc>
                <a:spcPct val="100000"/>
              </a:lnSpc>
            </a:pPr>
            <a:r>
              <a:rPr lang="en-US" sz="9600" dirty="0">
                <a:solidFill>
                  <a:srgbClr val="2142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3863975" y="2806065"/>
            <a:ext cx="1303655" cy="414655"/>
          </a:xfrm>
          <a:custGeom>
            <a:avLst/>
            <a:gdLst/>
            <a:ahLst/>
            <a:cxnLst/>
            <a:rect l="l" t="t" r="r" b="b"/>
            <a:pathLst>
              <a:path w="1303655" h="414655">
                <a:moveTo>
                  <a:pt x="286093" y="206786"/>
                </a:moveTo>
                <a:lnTo>
                  <a:pt x="80589" y="-150"/>
                </a:lnTo>
                <a:lnTo>
                  <a:pt x="-1448" y="82538"/>
                </a:lnTo>
                <a:lnTo>
                  <a:pt x="64310" y="148778"/>
                </a:lnTo>
                <a:lnTo>
                  <a:pt x="116498" y="207257"/>
                </a:lnTo>
                <a:lnTo>
                  <a:pt x="64310" y="265717"/>
                </a:lnTo>
                <a:lnTo>
                  <a:pt x="-1448" y="331958"/>
                </a:lnTo>
                <a:lnTo>
                  <a:pt x="80589" y="414655"/>
                </a:lnTo>
                <a:lnTo>
                  <a:pt x="286093" y="207719"/>
                </a:lnTo>
                <a:lnTo>
                  <a:pt x="285640" y="207248"/>
                </a:lnTo>
                <a:close/>
                <a:moveTo>
                  <a:pt x="625280" y="206786"/>
                </a:moveTo>
                <a:lnTo>
                  <a:pt x="419777" y="-150"/>
                </a:lnTo>
                <a:lnTo>
                  <a:pt x="337739" y="82538"/>
                </a:lnTo>
                <a:lnTo>
                  <a:pt x="403497" y="148778"/>
                </a:lnTo>
                <a:lnTo>
                  <a:pt x="455597" y="207257"/>
                </a:lnTo>
                <a:lnTo>
                  <a:pt x="403497" y="265717"/>
                </a:lnTo>
                <a:lnTo>
                  <a:pt x="337739" y="331958"/>
                </a:lnTo>
                <a:lnTo>
                  <a:pt x="419777" y="414655"/>
                </a:lnTo>
                <a:lnTo>
                  <a:pt x="625280" y="207719"/>
                </a:lnTo>
                <a:lnTo>
                  <a:pt x="624827" y="207248"/>
                </a:lnTo>
                <a:close/>
                <a:moveTo>
                  <a:pt x="964468" y="206786"/>
                </a:moveTo>
                <a:lnTo>
                  <a:pt x="758964" y="-150"/>
                </a:lnTo>
                <a:lnTo>
                  <a:pt x="676836" y="82538"/>
                </a:lnTo>
                <a:lnTo>
                  <a:pt x="742685" y="148778"/>
                </a:lnTo>
                <a:lnTo>
                  <a:pt x="794784" y="207257"/>
                </a:lnTo>
                <a:lnTo>
                  <a:pt x="742685" y="265717"/>
                </a:lnTo>
                <a:lnTo>
                  <a:pt x="676836" y="331958"/>
                </a:lnTo>
                <a:lnTo>
                  <a:pt x="758964" y="414655"/>
                </a:lnTo>
                <a:lnTo>
                  <a:pt x="964468" y="207719"/>
                </a:lnTo>
                <a:lnTo>
                  <a:pt x="964015" y="207248"/>
                </a:lnTo>
                <a:close/>
                <a:moveTo>
                  <a:pt x="1303655" y="206786"/>
                </a:moveTo>
                <a:lnTo>
                  <a:pt x="1098151" y="-150"/>
                </a:lnTo>
                <a:lnTo>
                  <a:pt x="1016024" y="82538"/>
                </a:lnTo>
                <a:lnTo>
                  <a:pt x="1081781" y="148778"/>
                </a:lnTo>
                <a:lnTo>
                  <a:pt x="1133970" y="207257"/>
                </a:lnTo>
                <a:lnTo>
                  <a:pt x="1081781" y="265717"/>
                </a:lnTo>
                <a:lnTo>
                  <a:pt x="1016024" y="331958"/>
                </a:lnTo>
                <a:lnTo>
                  <a:pt x="1098151" y="414655"/>
                </a:lnTo>
                <a:lnTo>
                  <a:pt x="1303655" y="207719"/>
                </a:lnTo>
                <a:lnTo>
                  <a:pt x="1303111" y="207248"/>
                </a:lnTo>
                <a:close/>
              </a:path>
            </a:pathLst>
          </a:custGeom>
          <a:solidFill>
            <a:srgbClr val="2142EF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6" name="Text 3"/>
          <p:cNvSpPr/>
          <p:nvPr/>
        </p:nvSpPr>
        <p:spPr>
          <a:xfrm>
            <a:off x="3863975" y="2806065"/>
            <a:ext cx="1303655" cy="41465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 flipH="1">
            <a:off x="6957060" y="2806065"/>
            <a:ext cx="1303655" cy="414655"/>
          </a:xfrm>
          <a:custGeom>
            <a:avLst/>
            <a:gdLst/>
            <a:ahLst/>
            <a:cxnLst/>
            <a:rect l="l" t="t" r="r" b="b"/>
            <a:pathLst>
              <a:path w="1303655" h="414655">
                <a:moveTo>
                  <a:pt x="286093" y="206786"/>
                </a:moveTo>
                <a:lnTo>
                  <a:pt x="80589" y="-150"/>
                </a:lnTo>
                <a:lnTo>
                  <a:pt x="-1448" y="82538"/>
                </a:lnTo>
                <a:lnTo>
                  <a:pt x="64310" y="148778"/>
                </a:lnTo>
                <a:lnTo>
                  <a:pt x="116498" y="207257"/>
                </a:lnTo>
                <a:lnTo>
                  <a:pt x="64310" y="265717"/>
                </a:lnTo>
                <a:lnTo>
                  <a:pt x="-1448" y="331958"/>
                </a:lnTo>
                <a:lnTo>
                  <a:pt x="80589" y="414655"/>
                </a:lnTo>
                <a:lnTo>
                  <a:pt x="286093" y="207719"/>
                </a:lnTo>
                <a:lnTo>
                  <a:pt x="285640" y="207248"/>
                </a:lnTo>
                <a:close/>
                <a:moveTo>
                  <a:pt x="625280" y="206786"/>
                </a:moveTo>
                <a:lnTo>
                  <a:pt x="419777" y="-150"/>
                </a:lnTo>
                <a:lnTo>
                  <a:pt x="337739" y="82538"/>
                </a:lnTo>
                <a:lnTo>
                  <a:pt x="403497" y="148778"/>
                </a:lnTo>
                <a:lnTo>
                  <a:pt x="455597" y="207257"/>
                </a:lnTo>
                <a:lnTo>
                  <a:pt x="403497" y="265717"/>
                </a:lnTo>
                <a:lnTo>
                  <a:pt x="337739" y="331958"/>
                </a:lnTo>
                <a:lnTo>
                  <a:pt x="419777" y="414655"/>
                </a:lnTo>
                <a:lnTo>
                  <a:pt x="625280" y="207719"/>
                </a:lnTo>
                <a:lnTo>
                  <a:pt x="624827" y="207248"/>
                </a:lnTo>
                <a:close/>
                <a:moveTo>
                  <a:pt x="964468" y="206786"/>
                </a:moveTo>
                <a:lnTo>
                  <a:pt x="758964" y="-150"/>
                </a:lnTo>
                <a:lnTo>
                  <a:pt x="676836" y="82538"/>
                </a:lnTo>
                <a:lnTo>
                  <a:pt x="742685" y="148778"/>
                </a:lnTo>
                <a:lnTo>
                  <a:pt x="794784" y="207257"/>
                </a:lnTo>
                <a:lnTo>
                  <a:pt x="742685" y="265717"/>
                </a:lnTo>
                <a:lnTo>
                  <a:pt x="676836" y="331958"/>
                </a:lnTo>
                <a:lnTo>
                  <a:pt x="758964" y="414655"/>
                </a:lnTo>
                <a:lnTo>
                  <a:pt x="964468" y="207719"/>
                </a:lnTo>
                <a:lnTo>
                  <a:pt x="964015" y="207248"/>
                </a:lnTo>
                <a:close/>
                <a:moveTo>
                  <a:pt x="1303655" y="206786"/>
                </a:moveTo>
                <a:lnTo>
                  <a:pt x="1098151" y="-150"/>
                </a:lnTo>
                <a:lnTo>
                  <a:pt x="1016024" y="82538"/>
                </a:lnTo>
                <a:lnTo>
                  <a:pt x="1081781" y="148778"/>
                </a:lnTo>
                <a:lnTo>
                  <a:pt x="1133970" y="207257"/>
                </a:lnTo>
                <a:lnTo>
                  <a:pt x="1081781" y="265717"/>
                </a:lnTo>
                <a:lnTo>
                  <a:pt x="1016024" y="331958"/>
                </a:lnTo>
                <a:lnTo>
                  <a:pt x="1098151" y="414655"/>
                </a:lnTo>
                <a:lnTo>
                  <a:pt x="1303655" y="207719"/>
                </a:lnTo>
                <a:lnTo>
                  <a:pt x="1303111" y="207248"/>
                </a:lnTo>
                <a:close/>
              </a:path>
            </a:pathLst>
          </a:custGeom>
          <a:solidFill>
            <a:srgbClr val="2142EF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8" name="Text 5"/>
          <p:cNvSpPr/>
          <p:nvPr/>
        </p:nvSpPr>
        <p:spPr>
          <a:xfrm>
            <a:off x="6957060" y="2806065"/>
            <a:ext cx="1303655" cy="41465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90545" y="2082764"/>
            <a:ext cx="1141923" cy="723293"/>
          </a:xfrm>
          <a:custGeom>
            <a:avLst/>
            <a:gdLst/>
            <a:ahLst/>
            <a:cxnLst/>
            <a:rect l="l" t="t" r="r" b="b"/>
            <a:pathLst>
              <a:path w="1141923" h="723293">
                <a:moveTo>
                  <a:pt x="50838" y="25788"/>
                </a:moveTo>
                <a:cubicBezTo>
                  <a:pt x="50838" y="40086"/>
                  <a:pt x="39239" y="51676"/>
                  <a:pt x="24931" y="51676"/>
                </a:cubicBezTo>
                <a:cubicBezTo>
                  <a:pt x="10623" y="51676"/>
                  <a:pt x="-976" y="40086"/>
                  <a:pt x="-976" y="25788"/>
                </a:cubicBezTo>
                <a:cubicBezTo>
                  <a:pt x="-976" y="11490"/>
                  <a:pt x="10623" y="-101"/>
                  <a:pt x="24931" y="-101"/>
                </a:cubicBezTo>
                <a:cubicBezTo>
                  <a:pt x="39233" y="-108"/>
                  <a:pt x="50831" y="11473"/>
                  <a:pt x="50838" y="25763"/>
                </a:cubicBezTo>
                <a:cubicBezTo>
                  <a:pt x="50838" y="25772"/>
                  <a:pt x="50838" y="25780"/>
                  <a:pt x="50838" y="25788"/>
                </a:cubicBezTo>
                <a:close/>
                <a:moveTo>
                  <a:pt x="269068" y="25788"/>
                </a:moveTo>
                <a:cubicBezTo>
                  <a:pt x="269068" y="40086"/>
                  <a:pt x="257469" y="51676"/>
                  <a:pt x="243160" y="51676"/>
                </a:cubicBezTo>
                <a:cubicBezTo>
                  <a:pt x="228853" y="51676"/>
                  <a:pt x="217253" y="40086"/>
                  <a:pt x="217253" y="25788"/>
                </a:cubicBezTo>
                <a:cubicBezTo>
                  <a:pt x="217253" y="11490"/>
                  <a:pt x="228853" y="-101"/>
                  <a:pt x="243160" y="-101"/>
                </a:cubicBezTo>
                <a:cubicBezTo>
                  <a:pt x="257461" y="-84"/>
                  <a:pt x="269051" y="11497"/>
                  <a:pt x="269068" y="25788"/>
                </a:cubicBezTo>
                <a:close/>
                <a:moveTo>
                  <a:pt x="487237" y="25788"/>
                </a:moveTo>
                <a:cubicBezTo>
                  <a:pt x="487237" y="40086"/>
                  <a:pt x="475637" y="51676"/>
                  <a:pt x="461329" y="51676"/>
                </a:cubicBezTo>
                <a:cubicBezTo>
                  <a:pt x="447021" y="51676"/>
                  <a:pt x="435422" y="40086"/>
                  <a:pt x="435422" y="25788"/>
                </a:cubicBezTo>
                <a:cubicBezTo>
                  <a:pt x="435422" y="11490"/>
                  <a:pt x="447021" y="-101"/>
                  <a:pt x="461329" y="-101"/>
                </a:cubicBezTo>
                <a:cubicBezTo>
                  <a:pt x="475631" y="-108"/>
                  <a:pt x="487229" y="11473"/>
                  <a:pt x="487237" y="25763"/>
                </a:cubicBezTo>
                <a:cubicBezTo>
                  <a:pt x="487237" y="25772"/>
                  <a:pt x="487237" y="25780"/>
                  <a:pt x="487237" y="25788"/>
                </a:cubicBezTo>
                <a:close/>
                <a:moveTo>
                  <a:pt x="705466" y="25788"/>
                </a:moveTo>
                <a:cubicBezTo>
                  <a:pt x="705466" y="40086"/>
                  <a:pt x="693867" y="51676"/>
                  <a:pt x="679559" y="51676"/>
                </a:cubicBezTo>
                <a:cubicBezTo>
                  <a:pt x="665250" y="51676"/>
                  <a:pt x="653652" y="40086"/>
                  <a:pt x="653652" y="25788"/>
                </a:cubicBezTo>
                <a:cubicBezTo>
                  <a:pt x="653652" y="11490"/>
                  <a:pt x="665250" y="-101"/>
                  <a:pt x="679559" y="-101"/>
                </a:cubicBezTo>
                <a:cubicBezTo>
                  <a:pt x="693861" y="-108"/>
                  <a:pt x="705458" y="11473"/>
                  <a:pt x="705466" y="25763"/>
                </a:cubicBezTo>
                <a:cubicBezTo>
                  <a:pt x="705466" y="25772"/>
                  <a:pt x="705466" y="25780"/>
                  <a:pt x="705466" y="25788"/>
                </a:cubicBezTo>
                <a:close/>
                <a:moveTo>
                  <a:pt x="923695" y="25788"/>
                </a:moveTo>
                <a:cubicBezTo>
                  <a:pt x="923695" y="40086"/>
                  <a:pt x="912096" y="51676"/>
                  <a:pt x="897788" y="51676"/>
                </a:cubicBezTo>
                <a:cubicBezTo>
                  <a:pt x="883481" y="51676"/>
                  <a:pt x="871881" y="40086"/>
                  <a:pt x="871881" y="25788"/>
                </a:cubicBezTo>
                <a:cubicBezTo>
                  <a:pt x="871881" y="11490"/>
                  <a:pt x="883481" y="-101"/>
                  <a:pt x="897788" y="-101"/>
                </a:cubicBezTo>
                <a:cubicBezTo>
                  <a:pt x="912090" y="-108"/>
                  <a:pt x="923688" y="11473"/>
                  <a:pt x="923695" y="25763"/>
                </a:cubicBezTo>
                <a:cubicBezTo>
                  <a:pt x="923695" y="25772"/>
                  <a:pt x="923695" y="25780"/>
                  <a:pt x="923695" y="25788"/>
                </a:cubicBezTo>
                <a:close/>
                <a:moveTo>
                  <a:pt x="1141923" y="25788"/>
                </a:moveTo>
                <a:cubicBezTo>
                  <a:pt x="1141923" y="40086"/>
                  <a:pt x="1130324" y="51676"/>
                  <a:pt x="1116016" y="51676"/>
                </a:cubicBezTo>
                <a:cubicBezTo>
                  <a:pt x="1101708" y="51676"/>
                  <a:pt x="1090109" y="40086"/>
                  <a:pt x="1090109" y="25788"/>
                </a:cubicBezTo>
                <a:cubicBezTo>
                  <a:pt x="1090109" y="11490"/>
                  <a:pt x="1101708" y="-101"/>
                  <a:pt x="1116016" y="-101"/>
                </a:cubicBezTo>
                <a:cubicBezTo>
                  <a:pt x="1130316" y="-84"/>
                  <a:pt x="1141907" y="11497"/>
                  <a:pt x="1141923" y="25788"/>
                </a:cubicBezTo>
                <a:close/>
                <a:moveTo>
                  <a:pt x="50838" y="193692"/>
                </a:moveTo>
                <a:cubicBezTo>
                  <a:pt x="50838" y="207990"/>
                  <a:pt x="39239" y="219580"/>
                  <a:pt x="24931" y="219580"/>
                </a:cubicBezTo>
                <a:cubicBezTo>
                  <a:pt x="10623" y="219580"/>
                  <a:pt x="-976" y="207990"/>
                  <a:pt x="-976" y="193692"/>
                </a:cubicBezTo>
                <a:cubicBezTo>
                  <a:pt x="-976" y="179394"/>
                  <a:pt x="10623" y="167803"/>
                  <a:pt x="24931" y="167803"/>
                </a:cubicBezTo>
                <a:cubicBezTo>
                  <a:pt x="39233" y="167796"/>
                  <a:pt x="50831" y="179377"/>
                  <a:pt x="50838" y="193668"/>
                </a:cubicBezTo>
                <a:cubicBezTo>
                  <a:pt x="50838" y="193676"/>
                  <a:pt x="50838" y="193684"/>
                  <a:pt x="50838" y="193692"/>
                </a:cubicBezTo>
                <a:close/>
                <a:moveTo>
                  <a:pt x="269068" y="193692"/>
                </a:moveTo>
                <a:cubicBezTo>
                  <a:pt x="269068" y="207990"/>
                  <a:pt x="257469" y="219580"/>
                  <a:pt x="243160" y="219580"/>
                </a:cubicBezTo>
                <a:cubicBezTo>
                  <a:pt x="228853" y="219580"/>
                  <a:pt x="217253" y="207990"/>
                  <a:pt x="217253" y="193692"/>
                </a:cubicBezTo>
                <a:cubicBezTo>
                  <a:pt x="217253" y="179394"/>
                  <a:pt x="228853" y="167803"/>
                  <a:pt x="243160" y="167803"/>
                </a:cubicBezTo>
                <a:cubicBezTo>
                  <a:pt x="257461" y="167820"/>
                  <a:pt x="269051" y="179401"/>
                  <a:pt x="269068" y="193692"/>
                </a:cubicBezTo>
                <a:close/>
                <a:moveTo>
                  <a:pt x="487237" y="193692"/>
                </a:moveTo>
                <a:cubicBezTo>
                  <a:pt x="487237" y="207990"/>
                  <a:pt x="475637" y="219580"/>
                  <a:pt x="461329" y="219580"/>
                </a:cubicBezTo>
                <a:cubicBezTo>
                  <a:pt x="447021" y="219580"/>
                  <a:pt x="435422" y="207990"/>
                  <a:pt x="435422" y="193692"/>
                </a:cubicBezTo>
                <a:cubicBezTo>
                  <a:pt x="435422" y="179394"/>
                  <a:pt x="447021" y="167803"/>
                  <a:pt x="461329" y="167803"/>
                </a:cubicBezTo>
                <a:cubicBezTo>
                  <a:pt x="475631" y="167796"/>
                  <a:pt x="487229" y="179377"/>
                  <a:pt x="487237" y="193668"/>
                </a:cubicBezTo>
                <a:cubicBezTo>
                  <a:pt x="487237" y="193676"/>
                  <a:pt x="487237" y="193684"/>
                  <a:pt x="487237" y="193692"/>
                </a:cubicBezTo>
                <a:close/>
                <a:moveTo>
                  <a:pt x="705466" y="193692"/>
                </a:moveTo>
                <a:cubicBezTo>
                  <a:pt x="705466" y="207990"/>
                  <a:pt x="693867" y="219580"/>
                  <a:pt x="679559" y="219580"/>
                </a:cubicBezTo>
                <a:cubicBezTo>
                  <a:pt x="665250" y="219580"/>
                  <a:pt x="653652" y="207990"/>
                  <a:pt x="653652" y="193692"/>
                </a:cubicBezTo>
                <a:cubicBezTo>
                  <a:pt x="653652" y="179394"/>
                  <a:pt x="665250" y="167803"/>
                  <a:pt x="679559" y="167803"/>
                </a:cubicBezTo>
                <a:cubicBezTo>
                  <a:pt x="693861" y="167796"/>
                  <a:pt x="705458" y="179377"/>
                  <a:pt x="705466" y="193668"/>
                </a:cubicBezTo>
                <a:cubicBezTo>
                  <a:pt x="705466" y="193676"/>
                  <a:pt x="705466" y="193684"/>
                  <a:pt x="705466" y="193692"/>
                </a:cubicBezTo>
                <a:close/>
                <a:moveTo>
                  <a:pt x="923695" y="193692"/>
                </a:moveTo>
                <a:cubicBezTo>
                  <a:pt x="923695" y="207990"/>
                  <a:pt x="912096" y="219580"/>
                  <a:pt x="897788" y="219580"/>
                </a:cubicBezTo>
                <a:cubicBezTo>
                  <a:pt x="883481" y="219580"/>
                  <a:pt x="871881" y="207990"/>
                  <a:pt x="871881" y="193692"/>
                </a:cubicBezTo>
                <a:cubicBezTo>
                  <a:pt x="871881" y="179394"/>
                  <a:pt x="883481" y="167803"/>
                  <a:pt x="897788" y="167803"/>
                </a:cubicBezTo>
                <a:cubicBezTo>
                  <a:pt x="912090" y="167796"/>
                  <a:pt x="923688" y="179377"/>
                  <a:pt x="923695" y="193668"/>
                </a:cubicBezTo>
                <a:cubicBezTo>
                  <a:pt x="923695" y="193676"/>
                  <a:pt x="923695" y="193684"/>
                  <a:pt x="923695" y="193692"/>
                </a:cubicBezTo>
                <a:close/>
                <a:moveTo>
                  <a:pt x="1141923" y="193692"/>
                </a:moveTo>
                <a:cubicBezTo>
                  <a:pt x="1141923" y="207990"/>
                  <a:pt x="1130324" y="219580"/>
                  <a:pt x="1116016" y="219580"/>
                </a:cubicBezTo>
                <a:cubicBezTo>
                  <a:pt x="1101708" y="219580"/>
                  <a:pt x="1090109" y="207990"/>
                  <a:pt x="1090109" y="193692"/>
                </a:cubicBezTo>
                <a:cubicBezTo>
                  <a:pt x="1090109" y="179394"/>
                  <a:pt x="1101708" y="167803"/>
                  <a:pt x="1116016" y="167803"/>
                </a:cubicBezTo>
                <a:cubicBezTo>
                  <a:pt x="1130316" y="167820"/>
                  <a:pt x="1141907" y="179401"/>
                  <a:pt x="1141923" y="193692"/>
                </a:cubicBezTo>
                <a:close/>
                <a:moveTo>
                  <a:pt x="50838" y="361596"/>
                </a:moveTo>
                <a:cubicBezTo>
                  <a:pt x="50838" y="375894"/>
                  <a:pt x="39239" y="387485"/>
                  <a:pt x="24931" y="387485"/>
                </a:cubicBezTo>
                <a:cubicBezTo>
                  <a:pt x="10623" y="387485"/>
                  <a:pt x="-976" y="375894"/>
                  <a:pt x="-976" y="361596"/>
                </a:cubicBezTo>
                <a:cubicBezTo>
                  <a:pt x="-976" y="347298"/>
                  <a:pt x="10623" y="335707"/>
                  <a:pt x="24931" y="335707"/>
                </a:cubicBezTo>
                <a:cubicBezTo>
                  <a:pt x="39233" y="335700"/>
                  <a:pt x="50831" y="347280"/>
                  <a:pt x="50838" y="361571"/>
                </a:cubicBezTo>
                <a:cubicBezTo>
                  <a:pt x="50838" y="361579"/>
                  <a:pt x="50838" y="361588"/>
                  <a:pt x="50838" y="361596"/>
                </a:cubicBezTo>
                <a:close/>
                <a:moveTo>
                  <a:pt x="269068" y="361596"/>
                </a:moveTo>
                <a:cubicBezTo>
                  <a:pt x="269068" y="375894"/>
                  <a:pt x="257469" y="387485"/>
                  <a:pt x="243160" y="387485"/>
                </a:cubicBezTo>
                <a:cubicBezTo>
                  <a:pt x="228853" y="387485"/>
                  <a:pt x="217253" y="375894"/>
                  <a:pt x="217253" y="361596"/>
                </a:cubicBezTo>
                <a:cubicBezTo>
                  <a:pt x="217253" y="347298"/>
                  <a:pt x="228853" y="335707"/>
                  <a:pt x="243160" y="335707"/>
                </a:cubicBezTo>
                <a:cubicBezTo>
                  <a:pt x="257461" y="335724"/>
                  <a:pt x="269051" y="347305"/>
                  <a:pt x="269068" y="361596"/>
                </a:cubicBezTo>
                <a:close/>
                <a:moveTo>
                  <a:pt x="487237" y="361596"/>
                </a:moveTo>
                <a:cubicBezTo>
                  <a:pt x="487237" y="375894"/>
                  <a:pt x="475637" y="387485"/>
                  <a:pt x="461329" y="387485"/>
                </a:cubicBezTo>
                <a:cubicBezTo>
                  <a:pt x="447021" y="387485"/>
                  <a:pt x="435422" y="375894"/>
                  <a:pt x="435422" y="361596"/>
                </a:cubicBezTo>
                <a:cubicBezTo>
                  <a:pt x="435422" y="347298"/>
                  <a:pt x="447021" y="335707"/>
                  <a:pt x="461329" y="335707"/>
                </a:cubicBezTo>
                <a:cubicBezTo>
                  <a:pt x="475631" y="335700"/>
                  <a:pt x="487229" y="347280"/>
                  <a:pt x="487237" y="361571"/>
                </a:cubicBezTo>
                <a:cubicBezTo>
                  <a:pt x="487237" y="361579"/>
                  <a:pt x="487237" y="361588"/>
                  <a:pt x="487237" y="361596"/>
                </a:cubicBezTo>
                <a:close/>
                <a:moveTo>
                  <a:pt x="705466" y="361596"/>
                </a:moveTo>
                <a:cubicBezTo>
                  <a:pt x="705466" y="375894"/>
                  <a:pt x="693867" y="387485"/>
                  <a:pt x="679559" y="387485"/>
                </a:cubicBezTo>
                <a:cubicBezTo>
                  <a:pt x="665250" y="387485"/>
                  <a:pt x="653652" y="375894"/>
                  <a:pt x="653652" y="361596"/>
                </a:cubicBezTo>
                <a:cubicBezTo>
                  <a:pt x="653652" y="347298"/>
                  <a:pt x="665250" y="335707"/>
                  <a:pt x="679559" y="335707"/>
                </a:cubicBezTo>
                <a:cubicBezTo>
                  <a:pt x="693861" y="335700"/>
                  <a:pt x="705458" y="347280"/>
                  <a:pt x="705466" y="361571"/>
                </a:cubicBezTo>
                <a:cubicBezTo>
                  <a:pt x="705466" y="361579"/>
                  <a:pt x="705466" y="361588"/>
                  <a:pt x="705466" y="361596"/>
                </a:cubicBezTo>
                <a:close/>
                <a:moveTo>
                  <a:pt x="923695" y="361596"/>
                </a:moveTo>
                <a:cubicBezTo>
                  <a:pt x="923695" y="375894"/>
                  <a:pt x="912096" y="387485"/>
                  <a:pt x="897788" y="387485"/>
                </a:cubicBezTo>
                <a:cubicBezTo>
                  <a:pt x="883481" y="387485"/>
                  <a:pt x="871881" y="375894"/>
                  <a:pt x="871881" y="361596"/>
                </a:cubicBezTo>
                <a:cubicBezTo>
                  <a:pt x="871881" y="347298"/>
                  <a:pt x="883481" y="335707"/>
                  <a:pt x="897788" y="335707"/>
                </a:cubicBezTo>
                <a:cubicBezTo>
                  <a:pt x="912090" y="335700"/>
                  <a:pt x="923688" y="347280"/>
                  <a:pt x="923695" y="361571"/>
                </a:cubicBezTo>
                <a:cubicBezTo>
                  <a:pt x="923695" y="361579"/>
                  <a:pt x="923695" y="361588"/>
                  <a:pt x="923695" y="361596"/>
                </a:cubicBezTo>
                <a:close/>
                <a:moveTo>
                  <a:pt x="1141923" y="361596"/>
                </a:moveTo>
                <a:cubicBezTo>
                  <a:pt x="1141923" y="375894"/>
                  <a:pt x="1130324" y="387485"/>
                  <a:pt x="1116016" y="387485"/>
                </a:cubicBezTo>
                <a:cubicBezTo>
                  <a:pt x="1101708" y="387485"/>
                  <a:pt x="1090109" y="375894"/>
                  <a:pt x="1090109" y="361596"/>
                </a:cubicBezTo>
                <a:cubicBezTo>
                  <a:pt x="1090109" y="347298"/>
                  <a:pt x="1101708" y="335707"/>
                  <a:pt x="1116016" y="335707"/>
                </a:cubicBezTo>
                <a:cubicBezTo>
                  <a:pt x="1130316" y="335724"/>
                  <a:pt x="1141907" y="347305"/>
                  <a:pt x="1141923" y="361596"/>
                </a:cubicBezTo>
                <a:close/>
                <a:moveTo>
                  <a:pt x="50838" y="529500"/>
                </a:moveTo>
                <a:cubicBezTo>
                  <a:pt x="50838" y="543798"/>
                  <a:pt x="39239" y="555389"/>
                  <a:pt x="24931" y="555389"/>
                </a:cubicBezTo>
                <a:cubicBezTo>
                  <a:pt x="10623" y="555389"/>
                  <a:pt x="-976" y="543798"/>
                  <a:pt x="-976" y="529500"/>
                </a:cubicBezTo>
                <a:cubicBezTo>
                  <a:pt x="-976" y="515202"/>
                  <a:pt x="10623" y="503612"/>
                  <a:pt x="24931" y="503612"/>
                </a:cubicBezTo>
                <a:cubicBezTo>
                  <a:pt x="39233" y="503605"/>
                  <a:pt x="50831" y="515184"/>
                  <a:pt x="50838" y="529475"/>
                </a:cubicBezTo>
                <a:cubicBezTo>
                  <a:pt x="50838" y="529484"/>
                  <a:pt x="50838" y="529492"/>
                  <a:pt x="50838" y="529500"/>
                </a:cubicBezTo>
                <a:close/>
                <a:moveTo>
                  <a:pt x="269068" y="529500"/>
                </a:moveTo>
                <a:cubicBezTo>
                  <a:pt x="269068" y="543798"/>
                  <a:pt x="257469" y="555389"/>
                  <a:pt x="243160" y="555389"/>
                </a:cubicBezTo>
                <a:cubicBezTo>
                  <a:pt x="228853" y="555389"/>
                  <a:pt x="217253" y="543798"/>
                  <a:pt x="217253" y="529500"/>
                </a:cubicBezTo>
                <a:cubicBezTo>
                  <a:pt x="217253" y="515202"/>
                  <a:pt x="228853" y="503612"/>
                  <a:pt x="243160" y="503612"/>
                </a:cubicBezTo>
                <a:cubicBezTo>
                  <a:pt x="257461" y="503629"/>
                  <a:pt x="269051" y="515209"/>
                  <a:pt x="269068" y="529500"/>
                </a:cubicBezTo>
                <a:close/>
                <a:moveTo>
                  <a:pt x="487237" y="529500"/>
                </a:moveTo>
                <a:cubicBezTo>
                  <a:pt x="487237" y="543798"/>
                  <a:pt x="475637" y="555389"/>
                  <a:pt x="461329" y="555389"/>
                </a:cubicBezTo>
                <a:cubicBezTo>
                  <a:pt x="447021" y="555389"/>
                  <a:pt x="435422" y="543798"/>
                  <a:pt x="435422" y="529500"/>
                </a:cubicBezTo>
                <a:cubicBezTo>
                  <a:pt x="435422" y="515202"/>
                  <a:pt x="447021" y="503612"/>
                  <a:pt x="461329" y="503612"/>
                </a:cubicBezTo>
                <a:cubicBezTo>
                  <a:pt x="475631" y="503605"/>
                  <a:pt x="487229" y="515184"/>
                  <a:pt x="487237" y="529475"/>
                </a:cubicBezTo>
                <a:cubicBezTo>
                  <a:pt x="487237" y="529484"/>
                  <a:pt x="487237" y="529492"/>
                  <a:pt x="487237" y="529500"/>
                </a:cubicBezTo>
                <a:close/>
                <a:moveTo>
                  <a:pt x="705466" y="529500"/>
                </a:moveTo>
                <a:cubicBezTo>
                  <a:pt x="705466" y="543798"/>
                  <a:pt x="693867" y="555389"/>
                  <a:pt x="679559" y="555389"/>
                </a:cubicBezTo>
                <a:cubicBezTo>
                  <a:pt x="665250" y="555389"/>
                  <a:pt x="653652" y="543798"/>
                  <a:pt x="653652" y="529500"/>
                </a:cubicBezTo>
                <a:cubicBezTo>
                  <a:pt x="653652" y="515202"/>
                  <a:pt x="665250" y="503612"/>
                  <a:pt x="679559" y="503612"/>
                </a:cubicBezTo>
                <a:cubicBezTo>
                  <a:pt x="693861" y="503605"/>
                  <a:pt x="705458" y="515184"/>
                  <a:pt x="705466" y="529475"/>
                </a:cubicBezTo>
                <a:cubicBezTo>
                  <a:pt x="705466" y="529484"/>
                  <a:pt x="705466" y="529492"/>
                  <a:pt x="705466" y="529500"/>
                </a:cubicBezTo>
                <a:close/>
                <a:moveTo>
                  <a:pt x="923695" y="529500"/>
                </a:moveTo>
                <a:cubicBezTo>
                  <a:pt x="923695" y="543798"/>
                  <a:pt x="912096" y="555389"/>
                  <a:pt x="897788" y="555389"/>
                </a:cubicBezTo>
                <a:cubicBezTo>
                  <a:pt x="883481" y="555389"/>
                  <a:pt x="871881" y="543798"/>
                  <a:pt x="871881" y="529500"/>
                </a:cubicBezTo>
                <a:cubicBezTo>
                  <a:pt x="871881" y="515202"/>
                  <a:pt x="883481" y="503612"/>
                  <a:pt x="897788" y="503612"/>
                </a:cubicBezTo>
                <a:cubicBezTo>
                  <a:pt x="912090" y="503605"/>
                  <a:pt x="923688" y="515184"/>
                  <a:pt x="923695" y="529475"/>
                </a:cubicBezTo>
                <a:cubicBezTo>
                  <a:pt x="923695" y="529484"/>
                  <a:pt x="923695" y="529492"/>
                  <a:pt x="923695" y="529500"/>
                </a:cubicBezTo>
                <a:close/>
                <a:moveTo>
                  <a:pt x="1141923" y="529500"/>
                </a:moveTo>
                <a:cubicBezTo>
                  <a:pt x="1141923" y="543798"/>
                  <a:pt x="1130324" y="555389"/>
                  <a:pt x="1116016" y="555389"/>
                </a:cubicBezTo>
                <a:cubicBezTo>
                  <a:pt x="1101708" y="555389"/>
                  <a:pt x="1090109" y="543798"/>
                  <a:pt x="1090109" y="529500"/>
                </a:cubicBezTo>
                <a:cubicBezTo>
                  <a:pt x="1090109" y="515202"/>
                  <a:pt x="1101708" y="503612"/>
                  <a:pt x="1116016" y="503612"/>
                </a:cubicBezTo>
                <a:cubicBezTo>
                  <a:pt x="1130316" y="503629"/>
                  <a:pt x="1141907" y="515209"/>
                  <a:pt x="1141923" y="529500"/>
                </a:cubicBezTo>
                <a:close/>
                <a:moveTo>
                  <a:pt x="50838" y="697404"/>
                </a:moveTo>
                <a:cubicBezTo>
                  <a:pt x="50838" y="711702"/>
                  <a:pt x="39239" y="723293"/>
                  <a:pt x="24931" y="723293"/>
                </a:cubicBezTo>
                <a:cubicBezTo>
                  <a:pt x="10623" y="723293"/>
                  <a:pt x="-976" y="711702"/>
                  <a:pt x="-976" y="697404"/>
                </a:cubicBezTo>
                <a:cubicBezTo>
                  <a:pt x="-976" y="683106"/>
                  <a:pt x="10623" y="671516"/>
                  <a:pt x="24931" y="671516"/>
                </a:cubicBezTo>
                <a:cubicBezTo>
                  <a:pt x="39233" y="671509"/>
                  <a:pt x="50831" y="683088"/>
                  <a:pt x="50838" y="697379"/>
                </a:cubicBezTo>
                <a:cubicBezTo>
                  <a:pt x="50838" y="697387"/>
                  <a:pt x="50838" y="697395"/>
                  <a:pt x="50838" y="697404"/>
                </a:cubicBezTo>
                <a:close/>
                <a:moveTo>
                  <a:pt x="269068" y="697404"/>
                </a:moveTo>
                <a:cubicBezTo>
                  <a:pt x="269068" y="711702"/>
                  <a:pt x="257469" y="723293"/>
                  <a:pt x="243160" y="723293"/>
                </a:cubicBezTo>
                <a:cubicBezTo>
                  <a:pt x="228853" y="723293"/>
                  <a:pt x="217253" y="711702"/>
                  <a:pt x="217253" y="697404"/>
                </a:cubicBezTo>
                <a:cubicBezTo>
                  <a:pt x="217253" y="683106"/>
                  <a:pt x="228853" y="671516"/>
                  <a:pt x="243160" y="671516"/>
                </a:cubicBezTo>
                <a:cubicBezTo>
                  <a:pt x="257461" y="671532"/>
                  <a:pt x="269051" y="683113"/>
                  <a:pt x="269068" y="697404"/>
                </a:cubicBezTo>
                <a:close/>
                <a:moveTo>
                  <a:pt x="487237" y="697404"/>
                </a:moveTo>
                <a:cubicBezTo>
                  <a:pt x="487237" y="711702"/>
                  <a:pt x="475637" y="723293"/>
                  <a:pt x="461329" y="723293"/>
                </a:cubicBezTo>
                <a:cubicBezTo>
                  <a:pt x="447021" y="723293"/>
                  <a:pt x="435422" y="711702"/>
                  <a:pt x="435422" y="697404"/>
                </a:cubicBezTo>
                <a:cubicBezTo>
                  <a:pt x="435422" y="683106"/>
                  <a:pt x="447021" y="671516"/>
                  <a:pt x="461329" y="671516"/>
                </a:cubicBezTo>
                <a:cubicBezTo>
                  <a:pt x="475631" y="671509"/>
                  <a:pt x="487229" y="683088"/>
                  <a:pt x="487237" y="697379"/>
                </a:cubicBezTo>
                <a:cubicBezTo>
                  <a:pt x="487237" y="697387"/>
                  <a:pt x="487237" y="697395"/>
                  <a:pt x="487237" y="697404"/>
                </a:cubicBezTo>
                <a:close/>
                <a:moveTo>
                  <a:pt x="705466" y="697404"/>
                </a:moveTo>
                <a:cubicBezTo>
                  <a:pt x="705466" y="711702"/>
                  <a:pt x="693867" y="723293"/>
                  <a:pt x="679559" y="723293"/>
                </a:cubicBezTo>
                <a:cubicBezTo>
                  <a:pt x="665250" y="723293"/>
                  <a:pt x="653652" y="711702"/>
                  <a:pt x="653652" y="697404"/>
                </a:cubicBezTo>
                <a:cubicBezTo>
                  <a:pt x="653652" y="683106"/>
                  <a:pt x="665250" y="671516"/>
                  <a:pt x="679559" y="671516"/>
                </a:cubicBezTo>
                <a:cubicBezTo>
                  <a:pt x="693861" y="671509"/>
                  <a:pt x="705458" y="683088"/>
                  <a:pt x="705466" y="697379"/>
                </a:cubicBezTo>
                <a:cubicBezTo>
                  <a:pt x="705466" y="697387"/>
                  <a:pt x="705466" y="697395"/>
                  <a:pt x="705466" y="697404"/>
                </a:cubicBezTo>
                <a:close/>
                <a:moveTo>
                  <a:pt x="923695" y="697404"/>
                </a:moveTo>
                <a:cubicBezTo>
                  <a:pt x="923695" y="711702"/>
                  <a:pt x="912096" y="723293"/>
                  <a:pt x="897788" y="723293"/>
                </a:cubicBezTo>
                <a:cubicBezTo>
                  <a:pt x="883481" y="723293"/>
                  <a:pt x="871881" y="711702"/>
                  <a:pt x="871881" y="697404"/>
                </a:cubicBezTo>
                <a:cubicBezTo>
                  <a:pt x="871881" y="683106"/>
                  <a:pt x="883481" y="671516"/>
                  <a:pt x="897788" y="671516"/>
                </a:cubicBezTo>
                <a:cubicBezTo>
                  <a:pt x="912090" y="671509"/>
                  <a:pt x="923688" y="683088"/>
                  <a:pt x="923695" y="697379"/>
                </a:cubicBezTo>
                <a:cubicBezTo>
                  <a:pt x="923695" y="697387"/>
                  <a:pt x="923695" y="697395"/>
                  <a:pt x="923695" y="697404"/>
                </a:cubicBezTo>
                <a:close/>
                <a:moveTo>
                  <a:pt x="1141923" y="697404"/>
                </a:moveTo>
                <a:cubicBezTo>
                  <a:pt x="1141923" y="711702"/>
                  <a:pt x="1130324" y="723293"/>
                  <a:pt x="1116016" y="723293"/>
                </a:cubicBezTo>
                <a:cubicBezTo>
                  <a:pt x="1101708" y="723293"/>
                  <a:pt x="1090109" y="711702"/>
                  <a:pt x="1090109" y="697404"/>
                </a:cubicBezTo>
                <a:cubicBezTo>
                  <a:pt x="1090109" y="683106"/>
                  <a:pt x="1101708" y="671516"/>
                  <a:pt x="1116016" y="671516"/>
                </a:cubicBezTo>
                <a:cubicBezTo>
                  <a:pt x="1130316" y="671532"/>
                  <a:pt x="1141907" y="683113"/>
                  <a:pt x="1141923" y="697404"/>
                </a:cubicBez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0" name="Text 7"/>
          <p:cNvSpPr/>
          <p:nvPr/>
        </p:nvSpPr>
        <p:spPr>
          <a:xfrm>
            <a:off x="690545" y="2082764"/>
            <a:ext cx="1141923" cy="723293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10703860" y="3916644"/>
            <a:ext cx="1141923" cy="723293"/>
          </a:xfrm>
          <a:custGeom>
            <a:avLst/>
            <a:gdLst/>
            <a:ahLst/>
            <a:cxnLst/>
            <a:rect l="l" t="t" r="r" b="b"/>
            <a:pathLst>
              <a:path w="1141923" h="723293">
                <a:moveTo>
                  <a:pt x="50838" y="25788"/>
                </a:moveTo>
                <a:cubicBezTo>
                  <a:pt x="50838" y="40086"/>
                  <a:pt x="39239" y="51676"/>
                  <a:pt x="24931" y="51676"/>
                </a:cubicBezTo>
                <a:cubicBezTo>
                  <a:pt x="10623" y="51676"/>
                  <a:pt x="-976" y="40086"/>
                  <a:pt x="-976" y="25788"/>
                </a:cubicBezTo>
                <a:cubicBezTo>
                  <a:pt x="-976" y="11490"/>
                  <a:pt x="10623" y="-101"/>
                  <a:pt x="24931" y="-101"/>
                </a:cubicBezTo>
                <a:cubicBezTo>
                  <a:pt x="39233" y="-108"/>
                  <a:pt x="50831" y="11473"/>
                  <a:pt x="50838" y="25763"/>
                </a:cubicBezTo>
                <a:cubicBezTo>
                  <a:pt x="50838" y="25772"/>
                  <a:pt x="50838" y="25780"/>
                  <a:pt x="50838" y="25788"/>
                </a:cubicBezTo>
                <a:close/>
                <a:moveTo>
                  <a:pt x="269068" y="25788"/>
                </a:moveTo>
                <a:cubicBezTo>
                  <a:pt x="269068" y="40086"/>
                  <a:pt x="257469" y="51676"/>
                  <a:pt x="243160" y="51676"/>
                </a:cubicBezTo>
                <a:cubicBezTo>
                  <a:pt x="228853" y="51676"/>
                  <a:pt x="217253" y="40086"/>
                  <a:pt x="217253" y="25788"/>
                </a:cubicBezTo>
                <a:cubicBezTo>
                  <a:pt x="217253" y="11490"/>
                  <a:pt x="228853" y="-101"/>
                  <a:pt x="243160" y="-101"/>
                </a:cubicBezTo>
                <a:cubicBezTo>
                  <a:pt x="257461" y="-84"/>
                  <a:pt x="269051" y="11497"/>
                  <a:pt x="269068" y="25788"/>
                </a:cubicBezTo>
                <a:close/>
                <a:moveTo>
                  <a:pt x="487237" y="25788"/>
                </a:moveTo>
                <a:cubicBezTo>
                  <a:pt x="487237" y="40086"/>
                  <a:pt x="475637" y="51676"/>
                  <a:pt x="461329" y="51676"/>
                </a:cubicBezTo>
                <a:cubicBezTo>
                  <a:pt x="447021" y="51676"/>
                  <a:pt x="435422" y="40086"/>
                  <a:pt x="435422" y="25788"/>
                </a:cubicBezTo>
                <a:cubicBezTo>
                  <a:pt x="435422" y="11490"/>
                  <a:pt x="447021" y="-101"/>
                  <a:pt x="461329" y="-101"/>
                </a:cubicBezTo>
                <a:cubicBezTo>
                  <a:pt x="475631" y="-108"/>
                  <a:pt x="487229" y="11473"/>
                  <a:pt x="487237" y="25763"/>
                </a:cubicBezTo>
                <a:cubicBezTo>
                  <a:pt x="487237" y="25772"/>
                  <a:pt x="487237" y="25780"/>
                  <a:pt x="487237" y="25788"/>
                </a:cubicBezTo>
                <a:close/>
                <a:moveTo>
                  <a:pt x="705466" y="25788"/>
                </a:moveTo>
                <a:cubicBezTo>
                  <a:pt x="705466" y="40086"/>
                  <a:pt x="693867" y="51676"/>
                  <a:pt x="679559" y="51676"/>
                </a:cubicBezTo>
                <a:cubicBezTo>
                  <a:pt x="665250" y="51676"/>
                  <a:pt x="653652" y="40086"/>
                  <a:pt x="653652" y="25788"/>
                </a:cubicBezTo>
                <a:cubicBezTo>
                  <a:pt x="653652" y="11490"/>
                  <a:pt x="665250" y="-101"/>
                  <a:pt x="679559" y="-101"/>
                </a:cubicBezTo>
                <a:cubicBezTo>
                  <a:pt x="693861" y="-108"/>
                  <a:pt x="705458" y="11473"/>
                  <a:pt x="705466" y="25763"/>
                </a:cubicBezTo>
                <a:cubicBezTo>
                  <a:pt x="705466" y="25772"/>
                  <a:pt x="705466" y="25780"/>
                  <a:pt x="705466" y="25788"/>
                </a:cubicBezTo>
                <a:close/>
                <a:moveTo>
                  <a:pt x="923695" y="25788"/>
                </a:moveTo>
                <a:cubicBezTo>
                  <a:pt x="923695" y="40086"/>
                  <a:pt x="912096" y="51676"/>
                  <a:pt x="897788" y="51676"/>
                </a:cubicBezTo>
                <a:cubicBezTo>
                  <a:pt x="883481" y="51676"/>
                  <a:pt x="871881" y="40086"/>
                  <a:pt x="871881" y="25788"/>
                </a:cubicBezTo>
                <a:cubicBezTo>
                  <a:pt x="871881" y="11490"/>
                  <a:pt x="883481" y="-101"/>
                  <a:pt x="897788" y="-101"/>
                </a:cubicBezTo>
                <a:cubicBezTo>
                  <a:pt x="912090" y="-108"/>
                  <a:pt x="923688" y="11473"/>
                  <a:pt x="923695" y="25763"/>
                </a:cubicBezTo>
                <a:cubicBezTo>
                  <a:pt x="923695" y="25772"/>
                  <a:pt x="923695" y="25780"/>
                  <a:pt x="923695" y="25788"/>
                </a:cubicBezTo>
                <a:close/>
                <a:moveTo>
                  <a:pt x="1141923" y="25788"/>
                </a:moveTo>
                <a:cubicBezTo>
                  <a:pt x="1141923" y="40086"/>
                  <a:pt x="1130324" y="51676"/>
                  <a:pt x="1116016" y="51676"/>
                </a:cubicBezTo>
                <a:cubicBezTo>
                  <a:pt x="1101708" y="51676"/>
                  <a:pt x="1090109" y="40086"/>
                  <a:pt x="1090109" y="25788"/>
                </a:cubicBezTo>
                <a:cubicBezTo>
                  <a:pt x="1090109" y="11490"/>
                  <a:pt x="1101708" y="-101"/>
                  <a:pt x="1116016" y="-101"/>
                </a:cubicBezTo>
                <a:cubicBezTo>
                  <a:pt x="1130316" y="-84"/>
                  <a:pt x="1141907" y="11497"/>
                  <a:pt x="1141923" y="25788"/>
                </a:cubicBezTo>
                <a:close/>
                <a:moveTo>
                  <a:pt x="50838" y="193692"/>
                </a:moveTo>
                <a:cubicBezTo>
                  <a:pt x="50838" y="207990"/>
                  <a:pt x="39239" y="219580"/>
                  <a:pt x="24931" y="219580"/>
                </a:cubicBezTo>
                <a:cubicBezTo>
                  <a:pt x="10623" y="219580"/>
                  <a:pt x="-976" y="207990"/>
                  <a:pt x="-976" y="193692"/>
                </a:cubicBezTo>
                <a:cubicBezTo>
                  <a:pt x="-976" y="179394"/>
                  <a:pt x="10623" y="167803"/>
                  <a:pt x="24931" y="167803"/>
                </a:cubicBezTo>
                <a:cubicBezTo>
                  <a:pt x="39233" y="167796"/>
                  <a:pt x="50831" y="179377"/>
                  <a:pt x="50838" y="193668"/>
                </a:cubicBezTo>
                <a:cubicBezTo>
                  <a:pt x="50838" y="193676"/>
                  <a:pt x="50838" y="193684"/>
                  <a:pt x="50838" y="193692"/>
                </a:cubicBezTo>
                <a:close/>
                <a:moveTo>
                  <a:pt x="269068" y="193692"/>
                </a:moveTo>
                <a:cubicBezTo>
                  <a:pt x="269068" y="207990"/>
                  <a:pt x="257469" y="219580"/>
                  <a:pt x="243160" y="219580"/>
                </a:cubicBezTo>
                <a:cubicBezTo>
                  <a:pt x="228853" y="219580"/>
                  <a:pt x="217253" y="207990"/>
                  <a:pt x="217253" y="193692"/>
                </a:cubicBezTo>
                <a:cubicBezTo>
                  <a:pt x="217253" y="179394"/>
                  <a:pt x="228853" y="167803"/>
                  <a:pt x="243160" y="167803"/>
                </a:cubicBezTo>
                <a:cubicBezTo>
                  <a:pt x="257461" y="167820"/>
                  <a:pt x="269051" y="179401"/>
                  <a:pt x="269068" y="193692"/>
                </a:cubicBezTo>
                <a:close/>
                <a:moveTo>
                  <a:pt x="487237" y="193692"/>
                </a:moveTo>
                <a:cubicBezTo>
                  <a:pt x="487237" y="207990"/>
                  <a:pt x="475637" y="219580"/>
                  <a:pt x="461329" y="219580"/>
                </a:cubicBezTo>
                <a:cubicBezTo>
                  <a:pt x="447021" y="219580"/>
                  <a:pt x="435422" y="207990"/>
                  <a:pt x="435422" y="193692"/>
                </a:cubicBezTo>
                <a:cubicBezTo>
                  <a:pt x="435422" y="179394"/>
                  <a:pt x="447021" y="167803"/>
                  <a:pt x="461329" y="167803"/>
                </a:cubicBezTo>
                <a:cubicBezTo>
                  <a:pt x="475631" y="167796"/>
                  <a:pt x="487229" y="179377"/>
                  <a:pt x="487237" y="193668"/>
                </a:cubicBezTo>
                <a:cubicBezTo>
                  <a:pt x="487237" y="193676"/>
                  <a:pt x="487237" y="193684"/>
                  <a:pt x="487237" y="193692"/>
                </a:cubicBezTo>
                <a:close/>
                <a:moveTo>
                  <a:pt x="705466" y="193692"/>
                </a:moveTo>
                <a:cubicBezTo>
                  <a:pt x="705466" y="207990"/>
                  <a:pt x="693867" y="219580"/>
                  <a:pt x="679559" y="219580"/>
                </a:cubicBezTo>
                <a:cubicBezTo>
                  <a:pt x="665250" y="219580"/>
                  <a:pt x="653652" y="207990"/>
                  <a:pt x="653652" y="193692"/>
                </a:cubicBezTo>
                <a:cubicBezTo>
                  <a:pt x="653652" y="179394"/>
                  <a:pt x="665250" y="167803"/>
                  <a:pt x="679559" y="167803"/>
                </a:cubicBezTo>
                <a:cubicBezTo>
                  <a:pt x="693861" y="167796"/>
                  <a:pt x="705458" y="179377"/>
                  <a:pt x="705466" y="193668"/>
                </a:cubicBezTo>
                <a:cubicBezTo>
                  <a:pt x="705466" y="193676"/>
                  <a:pt x="705466" y="193684"/>
                  <a:pt x="705466" y="193692"/>
                </a:cubicBezTo>
                <a:close/>
                <a:moveTo>
                  <a:pt x="923695" y="193692"/>
                </a:moveTo>
                <a:cubicBezTo>
                  <a:pt x="923695" y="207990"/>
                  <a:pt x="912096" y="219580"/>
                  <a:pt x="897788" y="219580"/>
                </a:cubicBezTo>
                <a:cubicBezTo>
                  <a:pt x="883481" y="219580"/>
                  <a:pt x="871881" y="207990"/>
                  <a:pt x="871881" y="193692"/>
                </a:cubicBezTo>
                <a:cubicBezTo>
                  <a:pt x="871881" y="179394"/>
                  <a:pt x="883481" y="167803"/>
                  <a:pt x="897788" y="167803"/>
                </a:cubicBezTo>
                <a:cubicBezTo>
                  <a:pt x="912090" y="167796"/>
                  <a:pt x="923688" y="179377"/>
                  <a:pt x="923695" y="193668"/>
                </a:cubicBezTo>
                <a:cubicBezTo>
                  <a:pt x="923695" y="193676"/>
                  <a:pt x="923695" y="193684"/>
                  <a:pt x="923695" y="193692"/>
                </a:cubicBezTo>
                <a:close/>
                <a:moveTo>
                  <a:pt x="1141923" y="193692"/>
                </a:moveTo>
                <a:cubicBezTo>
                  <a:pt x="1141923" y="207990"/>
                  <a:pt x="1130324" y="219580"/>
                  <a:pt x="1116016" y="219580"/>
                </a:cubicBezTo>
                <a:cubicBezTo>
                  <a:pt x="1101708" y="219580"/>
                  <a:pt x="1090109" y="207990"/>
                  <a:pt x="1090109" y="193692"/>
                </a:cubicBezTo>
                <a:cubicBezTo>
                  <a:pt x="1090109" y="179394"/>
                  <a:pt x="1101708" y="167803"/>
                  <a:pt x="1116016" y="167803"/>
                </a:cubicBezTo>
                <a:cubicBezTo>
                  <a:pt x="1130316" y="167820"/>
                  <a:pt x="1141907" y="179401"/>
                  <a:pt x="1141923" y="193692"/>
                </a:cubicBezTo>
                <a:close/>
                <a:moveTo>
                  <a:pt x="50838" y="361596"/>
                </a:moveTo>
                <a:cubicBezTo>
                  <a:pt x="50838" y="375894"/>
                  <a:pt x="39239" y="387485"/>
                  <a:pt x="24931" y="387485"/>
                </a:cubicBezTo>
                <a:cubicBezTo>
                  <a:pt x="10623" y="387485"/>
                  <a:pt x="-976" y="375894"/>
                  <a:pt x="-976" y="361596"/>
                </a:cubicBezTo>
                <a:cubicBezTo>
                  <a:pt x="-976" y="347298"/>
                  <a:pt x="10623" y="335707"/>
                  <a:pt x="24931" y="335707"/>
                </a:cubicBezTo>
                <a:cubicBezTo>
                  <a:pt x="39233" y="335700"/>
                  <a:pt x="50831" y="347280"/>
                  <a:pt x="50838" y="361571"/>
                </a:cubicBezTo>
                <a:cubicBezTo>
                  <a:pt x="50838" y="361579"/>
                  <a:pt x="50838" y="361588"/>
                  <a:pt x="50838" y="361596"/>
                </a:cubicBezTo>
                <a:close/>
                <a:moveTo>
                  <a:pt x="269068" y="361596"/>
                </a:moveTo>
                <a:cubicBezTo>
                  <a:pt x="269068" y="375894"/>
                  <a:pt x="257469" y="387485"/>
                  <a:pt x="243160" y="387485"/>
                </a:cubicBezTo>
                <a:cubicBezTo>
                  <a:pt x="228853" y="387485"/>
                  <a:pt x="217253" y="375894"/>
                  <a:pt x="217253" y="361596"/>
                </a:cubicBezTo>
                <a:cubicBezTo>
                  <a:pt x="217253" y="347298"/>
                  <a:pt x="228853" y="335707"/>
                  <a:pt x="243160" y="335707"/>
                </a:cubicBezTo>
                <a:cubicBezTo>
                  <a:pt x="257461" y="335724"/>
                  <a:pt x="269051" y="347305"/>
                  <a:pt x="269068" y="361596"/>
                </a:cubicBezTo>
                <a:close/>
                <a:moveTo>
                  <a:pt x="487237" y="361596"/>
                </a:moveTo>
                <a:cubicBezTo>
                  <a:pt x="487237" y="375894"/>
                  <a:pt x="475637" y="387485"/>
                  <a:pt x="461329" y="387485"/>
                </a:cubicBezTo>
                <a:cubicBezTo>
                  <a:pt x="447021" y="387485"/>
                  <a:pt x="435422" y="375894"/>
                  <a:pt x="435422" y="361596"/>
                </a:cubicBezTo>
                <a:cubicBezTo>
                  <a:pt x="435422" y="347298"/>
                  <a:pt x="447021" y="335707"/>
                  <a:pt x="461329" y="335707"/>
                </a:cubicBezTo>
                <a:cubicBezTo>
                  <a:pt x="475631" y="335700"/>
                  <a:pt x="487229" y="347280"/>
                  <a:pt x="487237" y="361571"/>
                </a:cubicBezTo>
                <a:cubicBezTo>
                  <a:pt x="487237" y="361579"/>
                  <a:pt x="487237" y="361588"/>
                  <a:pt x="487237" y="361596"/>
                </a:cubicBezTo>
                <a:close/>
                <a:moveTo>
                  <a:pt x="705466" y="361596"/>
                </a:moveTo>
                <a:cubicBezTo>
                  <a:pt x="705466" y="375894"/>
                  <a:pt x="693867" y="387485"/>
                  <a:pt x="679559" y="387485"/>
                </a:cubicBezTo>
                <a:cubicBezTo>
                  <a:pt x="665250" y="387485"/>
                  <a:pt x="653652" y="375894"/>
                  <a:pt x="653652" y="361596"/>
                </a:cubicBezTo>
                <a:cubicBezTo>
                  <a:pt x="653652" y="347298"/>
                  <a:pt x="665250" y="335707"/>
                  <a:pt x="679559" y="335707"/>
                </a:cubicBezTo>
                <a:cubicBezTo>
                  <a:pt x="693861" y="335700"/>
                  <a:pt x="705458" y="347280"/>
                  <a:pt x="705466" y="361571"/>
                </a:cubicBezTo>
                <a:cubicBezTo>
                  <a:pt x="705466" y="361579"/>
                  <a:pt x="705466" y="361588"/>
                  <a:pt x="705466" y="361596"/>
                </a:cubicBezTo>
                <a:close/>
                <a:moveTo>
                  <a:pt x="923695" y="361596"/>
                </a:moveTo>
                <a:cubicBezTo>
                  <a:pt x="923695" y="375894"/>
                  <a:pt x="912096" y="387485"/>
                  <a:pt x="897788" y="387485"/>
                </a:cubicBezTo>
                <a:cubicBezTo>
                  <a:pt x="883481" y="387485"/>
                  <a:pt x="871881" y="375894"/>
                  <a:pt x="871881" y="361596"/>
                </a:cubicBezTo>
                <a:cubicBezTo>
                  <a:pt x="871881" y="347298"/>
                  <a:pt x="883481" y="335707"/>
                  <a:pt x="897788" y="335707"/>
                </a:cubicBezTo>
                <a:cubicBezTo>
                  <a:pt x="912090" y="335700"/>
                  <a:pt x="923688" y="347280"/>
                  <a:pt x="923695" y="361571"/>
                </a:cubicBezTo>
                <a:cubicBezTo>
                  <a:pt x="923695" y="361579"/>
                  <a:pt x="923695" y="361588"/>
                  <a:pt x="923695" y="361596"/>
                </a:cubicBezTo>
                <a:close/>
                <a:moveTo>
                  <a:pt x="1141923" y="361596"/>
                </a:moveTo>
                <a:cubicBezTo>
                  <a:pt x="1141923" y="375894"/>
                  <a:pt x="1130324" y="387485"/>
                  <a:pt x="1116016" y="387485"/>
                </a:cubicBezTo>
                <a:cubicBezTo>
                  <a:pt x="1101708" y="387485"/>
                  <a:pt x="1090109" y="375894"/>
                  <a:pt x="1090109" y="361596"/>
                </a:cubicBezTo>
                <a:cubicBezTo>
                  <a:pt x="1090109" y="347298"/>
                  <a:pt x="1101708" y="335707"/>
                  <a:pt x="1116016" y="335707"/>
                </a:cubicBezTo>
                <a:cubicBezTo>
                  <a:pt x="1130316" y="335724"/>
                  <a:pt x="1141907" y="347305"/>
                  <a:pt x="1141923" y="361596"/>
                </a:cubicBezTo>
                <a:close/>
                <a:moveTo>
                  <a:pt x="50838" y="529500"/>
                </a:moveTo>
                <a:cubicBezTo>
                  <a:pt x="50838" y="543798"/>
                  <a:pt x="39239" y="555389"/>
                  <a:pt x="24931" y="555389"/>
                </a:cubicBezTo>
                <a:cubicBezTo>
                  <a:pt x="10623" y="555389"/>
                  <a:pt x="-976" y="543798"/>
                  <a:pt x="-976" y="529500"/>
                </a:cubicBezTo>
                <a:cubicBezTo>
                  <a:pt x="-976" y="515202"/>
                  <a:pt x="10623" y="503612"/>
                  <a:pt x="24931" y="503612"/>
                </a:cubicBezTo>
                <a:cubicBezTo>
                  <a:pt x="39233" y="503605"/>
                  <a:pt x="50831" y="515184"/>
                  <a:pt x="50838" y="529475"/>
                </a:cubicBezTo>
                <a:cubicBezTo>
                  <a:pt x="50838" y="529484"/>
                  <a:pt x="50838" y="529492"/>
                  <a:pt x="50838" y="529500"/>
                </a:cubicBezTo>
                <a:close/>
                <a:moveTo>
                  <a:pt x="269068" y="529500"/>
                </a:moveTo>
                <a:cubicBezTo>
                  <a:pt x="269068" y="543798"/>
                  <a:pt x="257469" y="555389"/>
                  <a:pt x="243160" y="555389"/>
                </a:cubicBezTo>
                <a:cubicBezTo>
                  <a:pt x="228853" y="555389"/>
                  <a:pt x="217253" y="543798"/>
                  <a:pt x="217253" y="529500"/>
                </a:cubicBezTo>
                <a:cubicBezTo>
                  <a:pt x="217253" y="515202"/>
                  <a:pt x="228853" y="503612"/>
                  <a:pt x="243160" y="503612"/>
                </a:cubicBezTo>
                <a:cubicBezTo>
                  <a:pt x="257461" y="503629"/>
                  <a:pt x="269051" y="515209"/>
                  <a:pt x="269068" y="529500"/>
                </a:cubicBezTo>
                <a:close/>
                <a:moveTo>
                  <a:pt x="487237" y="529500"/>
                </a:moveTo>
                <a:cubicBezTo>
                  <a:pt x="487237" y="543798"/>
                  <a:pt x="475637" y="555389"/>
                  <a:pt x="461329" y="555389"/>
                </a:cubicBezTo>
                <a:cubicBezTo>
                  <a:pt x="447021" y="555389"/>
                  <a:pt x="435422" y="543798"/>
                  <a:pt x="435422" y="529500"/>
                </a:cubicBezTo>
                <a:cubicBezTo>
                  <a:pt x="435422" y="515202"/>
                  <a:pt x="447021" y="503612"/>
                  <a:pt x="461329" y="503612"/>
                </a:cubicBezTo>
                <a:cubicBezTo>
                  <a:pt x="475631" y="503605"/>
                  <a:pt x="487229" y="515184"/>
                  <a:pt x="487237" y="529475"/>
                </a:cubicBezTo>
                <a:cubicBezTo>
                  <a:pt x="487237" y="529484"/>
                  <a:pt x="487237" y="529492"/>
                  <a:pt x="487237" y="529500"/>
                </a:cubicBezTo>
                <a:close/>
                <a:moveTo>
                  <a:pt x="705466" y="529500"/>
                </a:moveTo>
                <a:cubicBezTo>
                  <a:pt x="705466" y="543798"/>
                  <a:pt x="693867" y="555389"/>
                  <a:pt x="679559" y="555389"/>
                </a:cubicBezTo>
                <a:cubicBezTo>
                  <a:pt x="665250" y="555389"/>
                  <a:pt x="653652" y="543798"/>
                  <a:pt x="653652" y="529500"/>
                </a:cubicBezTo>
                <a:cubicBezTo>
                  <a:pt x="653652" y="515202"/>
                  <a:pt x="665250" y="503612"/>
                  <a:pt x="679559" y="503612"/>
                </a:cubicBezTo>
                <a:cubicBezTo>
                  <a:pt x="693861" y="503605"/>
                  <a:pt x="705458" y="515184"/>
                  <a:pt x="705466" y="529475"/>
                </a:cubicBezTo>
                <a:cubicBezTo>
                  <a:pt x="705466" y="529484"/>
                  <a:pt x="705466" y="529492"/>
                  <a:pt x="705466" y="529500"/>
                </a:cubicBezTo>
                <a:close/>
                <a:moveTo>
                  <a:pt x="923695" y="529500"/>
                </a:moveTo>
                <a:cubicBezTo>
                  <a:pt x="923695" y="543798"/>
                  <a:pt x="912096" y="555389"/>
                  <a:pt x="897788" y="555389"/>
                </a:cubicBezTo>
                <a:cubicBezTo>
                  <a:pt x="883481" y="555389"/>
                  <a:pt x="871881" y="543798"/>
                  <a:pt x="871881" y="529500"/>
                </a:cubicBezTo>
                <a:cubicBezTo>
                  <a:pt x="871881" y="515202"/>
                  <a:pt x="883481" y="503612"/>
                  <a:pt x="897788" y="503612"/>
                </a:cubicBezTo>
                <a:cubicBezTo>
                  <a:pt x="912090" y="503605"/>
                  <a:pt x="923688" y="515184"/>
                  <a:pt x="923695" y="529475"/>
                </a:cubicBezTo>
                <a:cubicBezTo>
                  <a:pt x="923695" y="529484"/>
                  <a:pt x="923695" y="529492"/>
                  <a:pt x="923695" y="529500"/>
                </a:cubicBezTo>
                <a:close/>
                <a:moveTo>
                  <a:pt x="1141923" y="529500"/>
                </a:moveTo>
                <a:cubicBezTo>
                  <a:pt x="1141923" y="543798"/>
                  <a:pt x="1130324" y="555389"/>
                  <a:pt x="1116016" y="555389"/>
                </a:cubicBezTo>
                <a:cubicBezTo>
                  <a:pt x="1101708" y="555389"/>
                  <a:pt x="1090109" y="543798"/>
                  <a:pt x="1090109" y="529500"/>
                </a:cubicBezTo>
                <a:cubicBezTo>
                  <a:pt x="1090109" y="515202"/>
                  <a:pt x="1101708" y="503612"/>
                  <a:pt x="1116016" y="503612"/>
                </a:cubicBezTo>
                <a:cubicBezTo>
                  <a:pt x="1130316" y="503629"/>
                  <a:pt x="1141907" y="515209"/>
                  <a:pt x="1141923" y="529500"/>
                </a:cubicBezTo>
                <a:close/>
                <a:moveTo>
                  <a:pt x="50838" y="697404"/>
                </a:moveTo>
                <a:cubicBezTo>
                  <a:pt x="50838" y="711702"/>
                  <a:pt x="39239" y="723293"/>
                  <a:pt x="24931" y="723293"/>
                </a:cubicBezTo>
                <a:cubicBezTo>
                  <a:pt x="10623" y="723293"/>
                  <a:pt x="-976" y="711702"/>
                  <a:pt x="-976" y="697404"/>
                </a:cubicBezTo>
                <a:cubicBezTo>
                  <a:pt x="-976" y="683106"/>
                  <a:pt x="10623" y="671516"/>
                  <a:pt x="24931" y="671516"/>
                </a:cubicBezTo>
                <a:cubicBezTo>
                  <a:pt x="39233" y="671509"/>
                  <a:pt x="50831" y="683088"/>
                  <a:pt x="50838" y="697379"/>
                </a:cubicBezTo>
                <a:cubicBezTo>
                  <a:pt x="50838" y="697387"/>
                  <a:pt x="50838" y="697395"/>
                  <a:pt x="50838" y="697404"/>
                </a:cubicBezTo>
                <a:close/>
                <a:moveTo>
                  <a:pt x="269068" y="697404"/>
                </a:moveTo>
                <a:cubicBezTo>
                  <a:pt x="269068" y="711702"/>
                  <a:pt x="257469" y="723293"/>
                  <a:pt x="243160" y="723293"/>
                </a:cubicBezTo>
                <a:cubicBezTo>
                  <a:pt x="228853" y="723293"/>
                  <a:pt x="217253" y="711702"/>
                  <a:pt x="217253" y="697404"/>
                </a:cubicBezTo>
                <a:cubicBezTo>
                  <a:pt x="217253" y="683106"/>
                  <a:pt x="228853" y="671516"/>
                  <a:pt x="243160" y="671516"/>
                </a:cubicBezTo>
                <a:cubicBezTo>
                  <a:pt x="257461" y="671532"/>
                  <a:pt x="269051" y="683113"/>
                  <a:pt x="269068" y="697404"/>
                </a:cubicBezTo>
                <a:close/>
                <a:moveTo>
                  <a:pt x="487237" y="697404"/>
                </a:moveTo>
                <a:cubicBezTo>
                  <a:pt x="487237" y="711702"/>
                  <a:pt x="475637" y="723293"/>
                  <a:pt x="461329" y="723293"/>
                </a:cubicBezTo>
                <a:cubicBezTo>
                  <a:pt x="447021" y="723293"/>
                  <a:pt x="435422" y="711702"/>
                  <a:pt x="435422" y="697404"/>
                </a:cubicBezTo>
                <a:cubicBezTo>
                  <a:pt x="435422" y="683106"/>
                  <a:pt x="447021" y="671516"/>
                  <a:pt x="461329" y="671516"/>
                </a:cubicBezTo>
                <a:cubicBezTo>
                  <a:pt x="475631" y="671509"/>
                  <a:pt x="487229" y="683088"/>
                  <a:pt x="487237" y="697379"/>
                </a:cubicBezTo>
                <a:cubicBezTo>
                  <a:pt x="487237" y="697387"/>
                  <a:pt x="487237" y="697395"/>
                  <a:pt x="487237" y="697404"/>
                </a:cubicBezTo>
                <a:close/>
                <a:moveTo>
                  <a:pt x="705466" y="697404"/>
                </a:moveTo>
                <a:cubicBezTo>
                  <a:pt x="705466" y="711702"/>
                  <a:pt x="693867" y="723293"/>
                  <a:pt x="679559" y="723293"/>
                </a:cubicBezTo>
                <a:cubicBezTo>
                  <a:pt x="665250" y="723293"/>
                  <a:pt x="653652" y="711702"/>
                  <a:pt x="653652" y="697404"/>
                </a:cubicBezTo>
                <a:cubicBezTo>
                  <a:pt x="653652" y="683106"/>
                  <a:pt x="665250" y="671516"/>
                  <a:pt x="679559" y="671516"/>
                </a:cubicBezTo>
                <a:cubicBezTo>
                  <a:pt x="693861" y="671509"/>
                  <a:pt x="705458" y="683088"/>
                  <a:pt x="705466" y="697379"/>
                </a:cubicBezTo>
                <a:cubicBezTo>
                  <a:pt x="705466" y="697387"/>
                  <a:pt x="705466" y="697395"/>
                  <a:pt x="705466" y="697404"/>
                </a:cubicBezTo>
                <a:close/>
                <a:moveTo>
                  <a:pt x="923695" y="697404"/>
                </a:moveTo>
                <a:cubicBezTo>
                  <a:pt x="923695" y="711702"/>
                  <a:pt x="912096" y="723293"/>
                  <a:pt x="897788" y="723293"/>
                </a:cubicBezTo>
                <a:cubicBezTo>
                  <a:pt x="883481" y="723293"/>
                  <a:pt x="871881" y="711702"/>
                  <a:pt x="871881" y="697404"/>
                </a:cubicBezTo>
                <a:cubicBezTo>
                  <a:pt x="871881" y="683106"/>
                  <a:pt x="883481" y="671516"/>
                  <a:pt x="897788" y="671516"/>
                </a:cubicBezTo>
                <a:cubicBezTo>
                  <a:pt x="912090" y="671509"/>
                  <a:pt x="923688" y="683088"/>
                  <a:pt x="923695" y="697379"/>
                </a:cubicBezTo>
                <a:cubicBezTo>
                  <a:pt x="923695" y="697387"/>
                  <a:pt x="923695" y="697395"/>
                  <a:pt x="923695" y="697404"/>
                </a:cubicBezTo>
                <a:close/>
                <a:moveTo>
                  <a:pt x="1141923" y="697404"/>
                </a:moveTo>
                <a:cubicBezTo>
                  <a:pt x="1141923" y="711702"/>
                  <a:pt x="1130324" y="723293"/>
                  <a:pt x="1116016" y="723293"/>
                </a:cubicBezTo>
                <a:cubicBezTo>
                  <a:pt x="1101708" y="723293"/>
                  <a:pt x="1090109" y="711702"/>
                  <a:pt x="1090109" y="697404"/>
                </a:cubicBezTo>
                <a:cubicBezTo>
                  <a:pt x="1090109" y="683106"/>
                  <a:pt x="1101708" y="671516"/>
                  <a:pt x="1116016" y="671516"/>
                </a:cubicBezTo>
                <a:cubicBezTo>
                  <a:pt x="1130316" y="671532"/>
                  <a:pt x="1141907" y="683113"/>
                  <a:pt x="1141923" y="697404"/>
                </a:cubicBez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2" name="Text 9"/>
          <p:cNvSpPr/>
          <p:nvPr/>
        </p:nvSpPr>
        <p:spPr>
          <a:xfrm>
            <a:off x="10703860" y="3916644"/>
            <a:ext cx="1141923" cy="723293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13" name="Image 1" descr="https://kimi-img.moonshot.cn/pub/slides/slides_tmpl/image/25-10-11-20:17:34-d3l4lngs8jdo4os5env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2095" y="4456430"/>
            <a:ext cx="5589905" cy="2401570"/>
          </a:xfrm>
          <a:prstGeom prst="rect">
            <a:avLst/>
          </a:prstGeom>
        </p:spPr>
      </p:pic>
      <p:pic>
        <p:nvPicPr>
          <p:cNvPr id="14" name="Image 2" descr="https://kimi-img.moonshot.cn/pub/slides/slides_tmpl/image/25-10-11-20:17:34-d3l4lngs8jdo4os5env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-40005"/>
            <a:ext cx="5589905" cy="240157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/>
          <p:cNvSpPr/>
          <p:nvPr>
            <p:custDataLst>
              <p:tags r:id="rId1"/>
            </p:custDataLst>
          </p:nvPr>
        </p:nvSpPr>
        <p:spPr>
          <a:xfrm>
            <a:off x="1140460" y="2321560"/>
            <a:ext cx="10668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W1</a:t>
            </a:r>
            <a:endParaRPr lang="en-US" sz="1600" dirty="0"/>
          </a:p>
        </p:txBody>
      </p:sp>
      <p:sp>
        <p:nvSpPr>
          <p:cNvPr id="7" name="Shape 4"/>
          <p:cNvSpPr/>
          <p:nvPr>
            <p:custDataLst>
              <p:tags r:id="rId2"/>
            </p:custDataLst>
          </p:nvPr>
        </p:nvSpPr>
        <p:spPr>
          <a:xfrm>
            <a:off x="1431290" y="506095"/>
            <a:ext cx="9349740" cy="5718175"/>
          </a:xfrm>
          <a:custGeom>
            <a:avLst/>
            <a:gdLst/>
            <a:ahLst/>
            <a:cxnLst/>
            <a:rect l="l" t="t" r="r" b="b"/>
            <a:pathLst>
              <a:path w="2082800" h="914400">
                <a:moveTo>
                  <a:pt x="101599" y="0"/>
                </a:moveTo>
                <a:lnTo>
                  <a:pt x="1981201" y="0"/>
                </a:lnTo>
                <a:cubicBezTo>
                  <a:pt x="2037313" y="0"/>
                  <a:pt x="2082800" y="45487"/>
                  <a:pt x="2082800" y="101599"/>
                </a:cubicBezTo>
                <a:lnTo>
                  <a:pt x="2082800" y="812801"/>
                </a:lnTo>
                <a:cubicBezTo>
                  <a:pt x="2082800" y="868913"/>
                  <a:pt x="2037313" y="914400"/>
                  <a:pt x="1981201" y="914400"/>
                </a:cubicBezTo>
                <a:lnTo>
                  <a:pt x="101599" y="914400"/>
                </a:lnTo>
                <a:cubicBezTo>
                  <a:pt x="45487" y="914400"/>
                  <a:pt x="0" y="868913"/>
                  <a:pt x="0" y="8128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4A90E2">
              <a:alpha val="10196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1" name="Text 8"/>
          <p:cNvSpPr/>
          <p:nvPr>
            <p:custDataLst>
              <p:tags r:id="rId3"/>
            </p:custDataLst>
          </p:nvPr>
        </p:nvSpPr>
        <p:spPr>
          <a:xfrm>
            <a:off x="4061460" y="2321560"/>
            <a:ext cx="10668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W2</a:t>
            </a:r>
            <a:endParaRPr lang="en-US" sz="1600" dirty="0"/>
          </a:p>
        </p:txBody>
      </p:sp>
      <p:sp>
        <p:nvSpPr>
          <p:cNvPr id="16" name="Text 13"/>
          <p:cNvSpPr/>
          <p:nvPr>
            <p:custDataLst>
              <p:tags r:id="rId4"/>
            </p:custDataLst>
          </p:nvPr>
        </p:nvSpPr>
        <p:spPr>
          <a:xfrm>
            <a:off x="6982460" y="2321560"/>
            <a:ext cx="10668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W3</a:t>
            </a:r>
            <a:endParaRPr lang="en-US" sz="1600" dirty="0"/>
          </a:p>
        </p:txBody>
      </p:sp>
      <p:sp>
        <p:nvSpPr>
          <p:cNvPr id="21" name="Text 18"/>
          <p:cNvSpPr/>
          <p:nvPr>
            <p:custDataLst>
              <p:tags r:id="rId5"/>
            </p:custDataLst>
          </p:nvPr>
        </p:nvSpPr>
        <p:spPr>
          <a:xfrm>
            <a:off x="11025505" y="2514600"/>
            <a:ext cx="10668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W4</a:t>
            </a:r>
            <a:endParaRPr lang="en-US" sz="1600" dirty="0"/>
          </a:p>
        </p:txBody>
      </p:sp>
      <p:sp>
        <p:nvSpPr>
          <p:cNvPr id="27" name="文本框 26"/>
          <p:cNvSpPr txBox="1"/>
          <p:nvPr/>
        </p:nvSpPr>
        <p:spPr>
          <a:xfrm>
            <a:off x="3127375" y="1099820"/>
            <a:ext cx="5834380" cy="5740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dirty="0"/>
              <a:t>11.18-11.23  </a:t>
            </a:r>
            <a:r>
              <a:rPr lang="zh-CN" altLang="en-US" dirty="0"/>
              <a:t>经过多次开会讨论和整合，我们完成了最初的产品设计和项目架构。时间来到</a:t>
            </a:r>
            <a:r>
              <a:rPr lang="en-US" altLang="zh-CN" dirty="0"/>
              <a:t>11.24</a:t>
            </a:r>
            <a:r>
              <a:rPr lang="zh-CN" altLang="en-US" dirty="0"/>
              <a:t>，首次使用</a:t>
            </a:r>
            <a:r>
              <a:rPr lang="en-US" altLang="zh-CN" dirty="0"/>
              <a:t>git</a:t>
            </a:r>
            <a:r>
              <a:rPr lang="zh-CN" altLang="en-US" dirty="0"/>
              <a:t>技术的我们共同在仓库里与一行行代码厮杀。时间流逝，代码在一次次的战斗中不断改进，游戏角色也经历了从走不动到走的忽快忽慢，走时不能跑跳，卡碰撞体积，无法触发死亡，无法到达终点，再因为一个个关键代码的突破，一个个代码的优化，一个个组员的乘夜抢攻，一次次的组会顺利开展，一个个的思考化为现实，角色变得行动自如，界面变得精致。森林冰火人虽没有达到完美的效果，但回看我们的奋斗，依旧美好。多少次写代码时的红温是最好的证明，一次次的以为成功</a:t>
            </a:r>
            <a:r>
              <a:rPr lang="en-US" altLang="zh-CN" dirty="0"/>
              <a:t>AC</a:t>
            </a:r>
            <a:r>
              <a:rPr lang="zh-CN" altLang="en-US" dirty="0"/>
              <a:t>，很多时候现实会给予迎头痛击，但不可否认，这一击很爽，能够使我们成长，所以我们不断爬起。总归是希望一次</a:t>
            </a:r>
            <a:r>
              <a:rPr lang="en-US" altLang="zh-CN" dirty="0"/>
              <a:t>AC</a:t>
            </a:r>
            <a:r>
              <a:rPr lang="zh-CN" altLang="en-US" dirty="0"/>
              <a:t>，这取决于我们自己的实力，愿每次的全力以赴，都能得到。</a:t>
            </a:r>
            <a:endParaRPr lang="en-US" altLang="zh-CN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93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11-20:17:34-d3l4lngs8jdo4os5env0.png"/>
          <p:cNvPicPr>
            <a:picLocks noChangeAspect="1"/>
          </p:cNvPicPr>
          <p:nvPr/>
        </p:nvPicPr>
        <p:blipFill>
          <a:blip r:embed="rId4"/>
          <a:srcRect l="1285" r="1285"/>
          <a:stretch>
            <a:fillRect/>
          </a:stretch>
        </p:blipFill>
        <p:spPr>
          <a:xfrm>
            <a:off x="0" y="0"/>
            <a:ext cx="12192635" cy="684466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58900" y="3599180"/>
            <a:ext cx="9475470" cy="68834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ctr">
              <a:lnSpc>
                <a:spcPct val="110000"/>
              </a:lnSpc>
            </a:pPr>
            <a:r>
              <a:rPr lang="en-US" sz="3200" dirty="0" err="1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组员</a:t>
            </a:r>
            <a:r>
              <a:rPr lang="zh-CN" altLang="en-US" sz="3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总结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4684395" y="2165350"/>
            <a:ext cx="2824480" cy="143383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ctr">
              <a:lnSpc>
                <a:spcPct val="100000"/>
              </a:lnSpc>
            </a:pPr>
            <a:r>
              <a:rPr lang="en-US" sz="9600" dirty="0">
                <a:solidFill>
                  <a:srgbClr val="2142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3863975" y="2806065"/>
            <a:ext cx="1303655" cy="414655"/>
          </a:xfrm>
          <a:custGeom>
            <a:avLst/>
            <a:gdLst/>
            <a:ahLst/>
            <a:cxnLst/>
            <a:rect l="l" t="t" r="r" b="b"/>
            <a:pathLst>
              <a:path w="1303655" h="414655">
                <a:moveTo>
                  <a:pt x="286093" y="206786"/>
                </a:moveTo>
                <a:lnTo>
                  <a:pt x="80589" y="-150"/>
                </a:lnTo>
                <a:lnTo>
                  <a:pt x="-1448" y="82538"/>
                </a:lnTo>
                <a:lnTo>
                  <a:pt x="64310" y="148778"/>
                </a:lnTo>
                <a:lnTo>
                  <a:pt x="116498" y="207257"/>
                </a:lnTo>
                <a:lnTo>
                  <a:pt x="64310" y="265717"/>
                </a:lnTo>
                <a:lnTo>
                  <a:pt x="-1448" y="331958"/>
                </a:lnTo>
                <a:lnTo>
                  <a:pt x="80589" y="414655"/>
                </a:lnTo>
                <a:lnTo>
                  <a:pt x="286093" y="207719"/>
                </a:lnTo>
                <a:lnTo>
                  <a:pt x="285640" y="207248"/>
                </a:lnTo>
                <a:close/>
                <a:moveTo>
                  <a:pt x="625280" y="206786"/>
                </a:moveTo>
                <a:lnTo>
                  <a:pt x="419777" y="-150"/>
                </a:lnTo>
                <a:lnTo>
                  <a:pt x="337739" y="82538"/>
                </a:lnTo>
                <a:lnTo>
                  <a:pt x="403497" y="148778"/>
                </a:lnTo>
                <a:lnTo>
                  <a:pt x="455597" y="207257"/>
                </a:lnTo>
                <a:lnTo>
                  <a:pt x="403497" y="265717"/>
                </a:lnTo>
                <a:lnTo>
                  <a:pt x="337739" y="331958"/>
                </a:lnTo>
                <a:lnTo>
                  <a:pt x="419777" y="414655"/>
                </a:lnTo>
                <a:lnTo>
                  <a:pt x="625280" y="207719"/>
                </a:lnTo>
                <a:lnTo>
                  <a:pt x="624827" y="207248"/>
                </a:lnTo>
                <a:close/>
                <a:moveTo>
                  <a:pt x="964468" y="206786"/>
                </a:moveTo>
                <a:lnTo>
                  <a:pt x="758964" y="-150"/>
                </a:lnTo>
                <a:lnTo>
                  <a:pt x="676836" y="82538"/>
                </a:lnTo>
                <a:lnTo>
                  <a:pt x="742685" y="148778"/>
                </a:lnTo>
                <a:lnTo>
                  <a:pt x="794784" y="207257"/>
                </a:lnTo>
                <a:lnTo>
                  <a:pt x="742685" y="265717"/>
                </a:lnTo>
                <a:lnTo>
                  <a:pt x="676836" y="331958"/>
                </a:lnTo>
                <a:lnTo>
                  <a:pt x="758964" y="414655"/>
                </a:lnTo>
                <a:lnTo>
                  <a:pt x="964468" y="207719"/>
                </a:lnTo>
                <a:lnTo>
                  <a:pt x="964015" y="207248"/>
                </a:lnTo>
                <a:close/>
                <a:moveTo>
                  <a:pt x="1303655" y="206786"/>
                </a:moveTo>
                <a:lnTo>
                  <a:pt x="1098151" y="-150"/>
                </a:lnTo>
                <a:lnTo>
                  <a:pt x="1016024" y="82538"/>
                </a:lnTo>
                <a:lnTo>
                  <a:pt x="1081781" y="148778"/>
                </a:lnTo>
                <a:lnTo>
                  <a:pt x="1133970" y="207257"/>
                </a:lnTo>
                <a:lnTo>
                  <a:pt x="1081781" y="265717"/>
                </a:lnTo>
                <a:lnTo>
                  <a:pt x="1016024" y="331958"/>
                </a:lnTo>
                <a:lnTo>
                  <a:pt x="1098151" y="414655"/>
                </a:lnTo>
                <a:lnTo>
                  <a:pt x="1303655" y="207719"/>
                </a:lnTo>
                <a:lnTo>
                  <a:pt x="1303111" y="207248"/>
                </a:lnTo>
                <a:close/>
              </a:path>
            </a:pathLst>
          </a:custGeom>
          <a:solidFill>
            <a:srgbClr val="2142EF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6" name="Text 3"/>
          <p:cNvSpPr/>
          <p:nvPr/>
        </p:nvSpPr>
        <p:spPr>
          <a:xfrm>
            <a:off x="3863975" y="2806065"/>
            <a:ext cx="1303655" cy="41465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 flipH="1">
            <a:off x="6957060" y="2806065"/>
            <a:ext cx="1303655" cy="414655"/>
          </a:xfrm>
          <a:custGeom>
            <a:avLst/>
            <a:gdLst/>
            <a:ahLst/>
            <a:cxnLst/>
            <a:rect l="l" t="t" r="r" b="b"/>
            <a:pathLst>
              <a:path w="1303655" h="414655">
                <a:moveTo>
                  <a:pt x="286093" y="206786"/>
                </a:moveTo>
                <a:lnTo>
                  <a:pt x="80589" y="-150"/>
                </a:lnTo>
                <a:lnTo>
                  <a:pt x="-1448" y="82538"/>
                </a:lnTo>
                <a:lnTo>
                  <a:pt x="64310" y="148778"/>
                </a:lnTo>
                <a:lnTo>
                  <a:pt x="116498" y="207257"/>
                </a:lnTo>
                <a:lnTo>
                  <a:pt x="64310" y="265717"/>
                </a:lnTo>
                <a:lnTo>
                  <a:pt x="-1448" y="331958"/>
                </a:lnTo>
                <a:lnTo>
                  <a:pt x="80589" y="414655"/>
                </a:lnTo>
                <a:lnTo>
                  <a:pt x="286093" y="207719"/>
                </a:lnTo>
                <a:lnTo>
                  <a:pt x="285640" y="207248"/>
                </a:lnTo>
                <a:close/>
                <a:moveTo>
                  <a:pt x="625280" y="206786"/>
                </a:moveTo>
                <a:lnTo>
                  <a:pt x="419777" y="-150"/>
                </a:lnTo>
                <a:lnTo>
                  <a:pt x="337739" y="82538"/>
                </a:lnTo>
                <a:lnTo>
                  <a:pt x="403497" y="148778"/>
                </a:lnTo>
                <a:lnTo>
                  <a:pt x="455597" y="207257"/>
                </a:lnTo>
                <a:lnTo>
                  <a:pt x="403497" y="265717"/>
                </a:lnTo>
                <a:lnTo>
                  <a:pt x="337739" y="331958"/>
                </a:lnTo>
                <a:lnTo>
                  <a:pt x="419777" y="414655"/>
                </a:lnTo>
                <a:lnTo>
                  <a:pt x="625280" y="207719"/>
                </a:lnTo>
                <a:lnTo>
                  <a:pt x="624827" y="207248"/>
                </a:lnTo>
                <a:close/>
                <a:moveTo>
                  <a:pt x="964468" y="206786"/>
                </a:moveTo>
                <a:lnTo>
                  <a:pt x="758964" y="-150"/>
                </a:lnTo>
                <a:lnTo>
                  <a:pt x="676836" y="82538"/>
                </a:lnTo>
                <a:lnTo>
                  <a:pt x="742685" y="148778"/>
                </a:lnTo>
                <a:lnTo>
                  <a:pt x="794784" y="207257"/>
                </a:lnTo>
                <a:lnTo>
                  <a:pt x="742685" y="265717"/>
                </a:lnTo>
                <a:lnTo>
                  <a:pt x="676836" y="331958"/>
                </a:lnTo>
                <a:lnTo>
                  <a:pt x="758964" y="414655"/>
                </a:lnTo>
                <a:lnTo>
                  <a:pt x="964468" y="207719"/>
                </a:lnTo>
                <a:lnTo>
                  <a:pt x="964015" y="207248"/>
                </a:lnTo>
                <a:close/>
                <a:moveTo>
                  <a:pt x="1303655" y="206786"/>
                </a:moveTo>
                <a:lnTo>
                  <a:pt x="1098151" y="-150"/>
                </a:lnTo>
                <a:lnTo>
                  <a:pt x="1016024" y="82538"/>
                </a:lnTo>
                <a:lnTo>
                  <a:pt x="1081781" y="148778"/>
                </a:lnTo>
                <a:lnTo>
                  <a:pt x="1133970" y="207257"/>
                </a:lnTo>
                <a:lnTo>
                  <a:pt x="1081781" y="265717"/>
                </a:lnTo>
                <a:lnTo>
                  <a:pt x="1016024" y="331958"/>
                </a:lnTo>
                <a:lnTo>
                  <a:pt x="1098151" y="414655"/>
                </a:lnTo>
                <a:lnTo>
                  <a:pt x="1303655" y="207719"/>
                </a:lnTo>
                <a:lnTo>
                  <a:pt x="1303111" y="207248"/>
                </a:lnTo>
                <a:close/>
              </a:path>
            </a:pathLst>
          </a:custGeom>
          <a:solidFill>
            <a:srgbClr val="2142EF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8" name="Text 5"/>
          <p:cNvSpPr/>
          <p:nvPr/>
        </p:nvSpPr>
        <p:spPr>
          <a:xfrm>
            <a:off x="6957060" y="2806065"/>
            <a:ext cx="1303655" cy="41465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90545" y="2082764"/>
            <a:ext cx="1141923" cy="723293"/>
          </a:xfrm>
          <a:custGeom>
            <a:avLst/>
            <a:gdLst/>
            <a:ahLst/>
            <a:cxnLst/>
            <a:rect l="l" t="t" r="r" b="b"/>
            <a:pathLst>
              <a:path w="1141923" h="723293">
                <a:moveTo>
                  <a:pt x="50838" y="25788"/>
                </a:moveTo>
                <a:cubicBezTo>
                  <a:pt x="50838" y="40086"/>
                  <a:pt x="39239" y="51676"/>
                  <a:pt x="24931" y="51676"/>
                </a:cubicBezTo>
                <a:cubicBezTo>
                  <a:pt x="10623" y="51676"/>
                  <a:pt x="-976" y="40086"/>
                  <a:pt x="-976" y="25788"/>
                </a:cubicBezTo>
                <a:cubicBezTo>
                  <a:pt x="-976" y="11490"/>
                  <a:pt x="10623" y="-101"/>
                  <a:pt x="24931" y="-101"/>
                </a:cubicBezTo>
                <a:cubicBezTo>
                  <a:pt x="39233" y="-108"/>
                  <a:pt x="50831" y="11473"/>
                  <a:pt x="50838" y="25763"/>
                </a:cubicBezTo>
                <a:cubicBezTo>
                  <a:pt x="50838" y="25772"/>
                  <a:pt x="50838" y="25780"/>
                  <a:pt x="50838" y="25788"/>
                </a:cubicBezTo>
                <a:close/>
                <a:moveTo>
                  <a:pt x="269068" y="25788"/>
                </a:moveTo>
                <a:cubicBezTo>
                  <a:pt x="269068" y="40086"/>
                  <a:pt x="257469" y="51676"/>
                  <a:pt x="243160" y="51676"/>
                </a:cubicBezTo>
                <a:cubicBezTo>
                  <a:pt x="228853" y="51676"/>
                  <a:pt x="217253" y="40086"/>
                  <a:pt x="217253" y="25788"/>
                </a:cubicBezTo>
                <a:cubicBezTo>
                  <a:pt x="217253" y="11490"/>
                  <a:pt x="228853" y="-101"/>
                  <a:pt x="243160" y="-101"/>
                </a:cubicBezTo>
                <a:cubicBezTo>
                  <a:pt x="257461" y="-84"/>
                  <a:pt x="269051" y="11497"/>
                  <a:pt x="269068" y="25788"/>
                </a:cubicBezTo>
                <a:close/>
                <a:moveTo>
                  <a:pt x="487237" y="25788"/>
                </a:moveTo>
                <a:cubicBezTo>
                  <a:pt x="487237" y="40086"/>
                  <a:pt x="475637" y="51676"/>
                  <a:pt x="461329" y="51676"/>
                </a:cubicBezTo>
                <a:cubicBezTo>
                  <a:pt x="447021" y="51676"/>
                  <a:pt x="435422" y="40086"/>
                  <a:pt x="435422" y="25788"/>
                </a:cubicBezTo>
                <a:cubicBezTo>
                  <a:pt x="435422" y="11490"/>
                  <a:pt x="447021" y="-101"/>
                  <a:pt x="461329" y="-101"/>
                </a:cubicBezTo>
                <a:cubicBezTo>
                  <a:pt x="475631" y="-108"/>
                  <a:pt x="487229" y="11473"/>
                  <a:pt x="487237" y="25763"/>
                </a:cubicBezTo>
                <a:cubicBezTo>
                  <a:pt x="487237" y="25772"/>
                  <a:pt x="487237" y="25780"/>
                  <a:pt x="487237" y="25788"/>
                </a:cubicBezTo>
                <a:close/>
                <a:moveTo>
                  <a:pt x="705466" y="25788"/>
                </a:moveTo>
                <a:cubicBezTo>
                  <a:pt x="705466" y="40086"/>
                  <a:pt x="693867" y="51676"/>
                  <a:pt x="679559" y="51676"/>
                </a:cubicBezTo>
                <a:cubicBezTo>
                  <a:pt x="665250" y="51676"/>
                  <a:pt x="653652" y="40086"/>
                  <a:pt x="653652" y="25788"/>
                </a:cubicBezTo>
                <a:cubicBezTo>
                  <a:pt x="653652" y="11490"/>
                  <a:pt x="665250" y="-101"/>
                  <a:pt x="679559" y="-101"/>
                </a:cubicBezTo>
                <a:cubicBezTo>
                  <a:pt x="693861" y="-108"/>
                  <a:pt x="705458" y="11473"/>
                  <a:pt x="705466" y="25763"/>
                </a:cubicBezTo>
                <a:cubicBezTo>
                  <a:pt x="705466" y="25772"/>
                  <a:pt x="705466" y="25780"/>
                  <a:pt x="705466" y="25788"/>
                </a:cubicBezTo>
                <a:close/>
                <a:moveTo>
                  <a:pt x="923695" y="25788"/>
                </a:moveTo>
                <a:cubicBezTo>
                  <a:pt x="923695" y="40086"/>
                  <a:pt x="912096" y="51676"/>
                  <a:pt x="897788" y="51676"/>
                </a:cubicBezTo>
                <a:cubicBezTo>
                  <a:pt x="883481" y="51676"/>
                  <a:pt x="871881" y="40086"/>
                  <a:pt x="871881" y="25788"/>
                </a:cubicBezTo>
                <a:cubicBezTo>
                  <a:pt x="871881" y="11490"/>
                  <a:pt x="883481" y="-101"/>
                  <a:pt x="897788" y="-101"/>
                </a:cubicBezTo>
                <a:cubicBezTo>
                  <a:pt x="912090" y="-108"/>
                  <a:pt x="923688" y="11473"/>
                  <a:pt x="923695" y="25763"/>
                </a:cubicBezTo>
                <a:cubicBezTo>
                  <a:pt x="923695" y="25772"/>
                  <a:pt x="923695" y="25780"/>
                  <a:pt x="923695" y="25788"/>
                </a:cubicBezTo>
                <a:close/>
                <a:moveTo>
                  <a:pt x="1141923" y="25788"/>
                </a:moveTo>
                <a:cubicBezTo>
                  <a:pt x="1141923" y="40086"/>
                  <a:pt x="1130324" y="51676"/>
                  <a:pt x="1116016" y="51676"/>
                </a:cubicBezTo>
                <a:cubicBezTo>
                  <a:pt x="1101708" y="51676"/>
                  <a:pt x="1090109" y="40086"/>
                  <a:pt x="1090109" y="25788"/>
                </a:cubicBezTo>
                <a:cubicBezTo>
                  <a:pt x="1090109" y="11490"/>
                  <a:pt x="1101708" y="-101"/>
                  <a:pt x="1116016" y="-101"/>
                </a:cubicBezTo>
                <a:cubicBezTo>
                  <a:pt x="1130316" y="-84"/>
                  <a:pt x="1141907" y="11497"/>
                  <a:pt x="1141923" y="25788"/>
                </a:cubicBezTo>
                <a:close/>
                <a:moveTo>
                  <a:pt x="50838" y="193692"/>
                </a:moveTo>
                <a:cubicBezTo>
                  <a:pt x="50838" y="207990"/>
                  <a:pt x="39239" y="219580"/>
                  <a:pt x="24931" y="219580"/>
                </a:cubicBezTo>
                <a:cubicBezTo>
                  <a:pt x="10623" y="219580"/>
                  <a:pt x="-976" y="207990"/>
                  <a:pt x="-976" y="193692"/>
                </a:cubicBezTo>
                <a:cubicBezTo>
                  <a:pt x="-976" y="179394"/>
                  <a:pt x="10623" y="167803"/>
                  <a:pt x="24931" y="167803"/>
                </a:cubicBezTo>
                <a:cubicBezTo>
                  <a:pt x="39233" y="167796"/>
                  <a:pt x="50831" y="179377"/>
                  <a:pt x="50838" y="193668"/>
                </a:cubicBezTo>
                <a:cubicBezTo>
                  <a:pt x="50838" y="193676"/>
                  <a:pt x="50838" y="193684"/>
                  <a:pt x="50838" y="193692"/>
                </a:cubicBezTo>
                <a:close/>
                <a:moveTo>
                  <a:pt x="269068" y="193692"/>
                </a:moveTo>
                <a:cubicBezTo>
                  <a:pt x="269068" y="207990"/>
                  <a:pt x="257469" y="219580"/>
                  <a:pt x="243160" y="219580"/>
                </a:cubicBezTo>
                <a:cubicBezTo>
                  <a:pt x="228853" y="219580"/>
                  <a:pt x="217253" y="207990"/>
                  <a:pt x="217253" y="193692"/>
                </a:cubicBezTo>
                <a:cubicBezTo>
                  <a:pt x="217253" y="179394"/>
                  <a:pt x="228853" y="167803"/>
                  <a:pt x="243160" y="167803"/>
                </a:cubicBezTo>
                <a:cubicBezTo>
                  <a:pt x="257461" y="167820"/>
                  <a:pt x="269051" y="179401"/>
                  <a:pt x="269068" y="193692"/>
                </a:cubicBezTo>
                <a:close/>
                <a:moveTo>
                  <a:pt x="487237" y="193692"/>
                </a:moveTo>
                <a:cubicBezTo>
                  <a:pt x="487237" y="207990"/>
                  <a:pt x="475637" y="219580"/>
                  <a:pt x="461329" y="219580"/>
                </a:cubicBezTo>
                <a:cubicBezTo>
                  <a:pt x="447021" y="219580"/>
                  <a:pt x="435422" y="207990"/>
                  <a:pt x="435422" y="193692"/>
                </a:cubicBezTo>
                <a:cubicBezTo>
                  <a:pt x="435422" y="179394"/>
                  <a:pt x="447021" y="167803"/>
                  <a:pt x="461329" y="167803"/>
                </a:cubicBezTo>
                <a:cubicBezTo>
                  <a:pt x="475631" y="167796"/>
                  <a:pt x="487229" y="179377"/>
                  <a:pt x="487237" y="193668"/>
                </a:cubicBezTo>
                <a:cubicBezTo>
                  <a:pt x="487237" y="193676"/>
                  <a:pt x="487237" y="193684"/>
                  <a:pt x="487237" y="193692"/>
                </a:cubicBezTo>
                <a:close/>
                <a:moveTo>
                  <a:pt x="705466" y="193692"/>
                </a:moveTo>
                <a:cubicBezTo>
                  <a:pt x="705466" y="207990"/>
                  <a:pt x="693867" y="219580"/>
                  <a:pt x="679559" y="219580"/>
                </a:cubicBezTo>
                <a:cubicBezTo>
                  <a:pt x="665250" y="219580"/>
                  <a:pt x="653652" y="207990"/>
                  <a:pt x="653652" y="193692"/>
                </a:cubicBezTo>
                <a:cubicBezTo>
                  <a:pt x="653652" y="179394"/>
                  <a:pt x="665250" y="167803"/>
                  <a:pt x="679559" y="167803"/>
                </a:cubicBezTo>
                <a:cubicBezTo>
                  <a:pt x="693861" y="167796"/>
                  <a:pt x="705458" y="179377"/>
                  <a:pt x="705466" y="193668"/>
                </a:cubicBezTo>
                <a:cubicBezTo>
                  <a:pt x="705466" y="193676"/>
                  <a:pt x="705466" y="193684"/>
                  <a:pt x="705466" y="193692"/>
                </a:cubicBezTo>
                <a:close/>
                <a:moveTo>
                  <a:pt x="923695" y="193692"/>
                </a:moveTo>
                <a:cubicBezTo>
                  <a:pt x="923695" y="207990"/>
                  <a:pt x="912096" y="219580"/>
                  <a:pt x="897788" y="219580"/>
                </a:cubicBezTo>
                <a:cubicBezTo>
                  <a:pt x="883481" y="219580"/>
                  <a:pt x="871881" y="207990"/>
                  <a:pt x="871881" y="193692"/>
                </a:cubicBezTo>
                <a:cubicBezTo>
                  <a:pt x="871881" y="179394"/>
                  <a:pt x="883481" y="167803"/>
                  <a:pt x="897788" y="167803"/>
                </a:cubicBezTo>
                <a:cubicBezTo>
                  <a:pt x="912090" y="167796"/>
                  <a:pt x="923688" y="179377"/>
                  <a:pt x="923695" y="193668"/>
                </a:cubicBezTo>
                <a:cubicBezTo>
                  <a:pt x="923695" y="193676"/>
                  <a:pt x="923695" y="193684"/>
                  <a:pt x="923695" y="193692"/>
                </a:cubicBezTo>
                <a:close/>
                <a:moveTo>
                  <a:pt x="1141923" y="193692"/>
                </a:moveTo>
                <a:cubicBezTo>
                  <a:pt x="1141923" y="207990"/>
                  <a:pt x="1130324" y="219580"/>
                  <a:pt x="1116016" y="219580"/>
                </a:cubicBezTo>
                <a:cubicBezTo>
                  <a:pt x="1101708" y="219580"/>
                  <a:pt x="1090109" y="207990"/>
                  <a:pt x="1090109" y="193692"/>
                </a:cubicBezTo>
                <a:cubicBezTo>
                  <a:pt x="1090109" y="179394"/>
                  <a:pt x="1101708" y="167803"/>
                  <a:pt x="1116016" y="167803"/>
                </a:cubicBezTo>
                <a:cubicBezTo>
                  <a:pt x="1130316" y="167820"/>
                  <a:pt x="1141907" y="179401"/>
                  <a:pt x="1141923" y="193692"/>
                </a:cubicBezTo>
                <a:close/>
                <a:moveTo>
                  <a:pt x="50838" y="361596"/>
                </a:moveTo>
                <a:cubicBezTo>
                  <a:pt x="50838" y="375894"/>
                  <a:pt x="39239" y="387485"/>
                  <a:pt x="24931" y="387485"/>
                </a:cubicBezTo>
                <a:cubicBezTo>
                  <a:pt x="10623" y="387485"/>
                  <a:pt x="-976" y="375894"/>
                  <a:pt x="-976" y="361596"/>
                </a:cubicBezTo>
                <a:cubicBezTo>
                  <a:pt x="-976" y="347298"/>
                  <a:pt x="10623" y="335707"/>
                  <a:pt x="24931" y="335707"/>
                </a:cubicBezTo>
                <a:cubicBezTo>
                  <a:pt x="39233" y="335700"/>
                  <a:pt x="50831" y="347280"/>
                  <a:pt x="50838" y="361571"/>
                </a:cubicBezTo>
                <a:cubicBezTo>
                  <a:pt x="50838" y="361579"/>
                  <a:pt x="50838" y="361588"/>
                  <a:pt x="50838" y="361596"/>
                </a:cubicBezTo>
                <a:close/>
                <a:moveTo>
                  <a:pt x="269068" y="361596"/>
                </a:moveTo>
                <a:cubicBezTo>
                  <a:pt x="269068" y="375894"/>
                  <a:pt x="257469" y="387485"/>
                  <a:pt x="243160" y="387485"/>
                </a:cubicBezTo>
                <a:cubicBezTo>
                  <a:pt x="228853" y="387485"/>
                  <a:pt x="217253" y="375894"/>
                  <a:pt x="217253" y="361596"/>
                </a:cubicBezTo>
                <a:cubicBezTo>
                  <a:pt x="217253" y="347298"/>
                  <a:pt x="228853" y="335707"/>
                  <a:pt x="243160" y="335707"/>
                </a:cubicBezTo>
                <a:cubicBezTo>
                  <a:pt x="257461" y="335724"/>
                  <a:pt x="269051" y="347305"/>
                  <a:pt x="269068" y="361596"/>
                </a:cubicBezTo>
                <a:close/>
                <a:moveTo>
                  <a:pt x="487237" y="361596"/>
                </a:moveTo>
                <a:cubicBezTo>
                  <a:pt x="487237" y="375894"/>
                  <a:pt x="475637" y="387485"/>
                  <a:pt x="461329" y="387485"/>
                </a:cubicBezTo>
                <a:cubicBezTo>
                  <a:pt x="447021" y="387485"/>
                  <a:pt x="435422" y="375894"/>
                  <a:pt x="435422" y="361596"/>
                </a:cubicBezTo>
                <a:cubicBezTo>
                  <a:pt x="435422" y="347298"/>
                  <a:pt x="447021" y="335707"/>
                  <a:pt x="461329" y="335707"/>
                </a:cubicBezTo>
                <a:cubicBezTo>
                  <a:pt x="475631" y="335700"/>
                  <a:pt x="487229" y="347280"/>
                  <a:pt x="487237" y="361571"/>
                </a:cubicBezTo>
                <a:cubicBezTo>
                  <a:pt x="487237" y="361579"/>
                  <a:pt x="487237" y="361588"/>
                  <a:pt x="487237" y="361596"/>
                </a:cubicBezTo>
                <a:close/>
                <a:moveTo>
                  <a:pt x="705466" y="361596"/>
                </a:moveTo>
                <a:cubicBezTo>
                  <a:pt x="705466" y="375894"/>
                  <a:pt x="693867" y="387485"/>
                  <a:pt x="679559" y="387485"/>
                </a:cubicBezTo>
                <a:cubicBezTo>
                  <a:pt x="665250" y="387485"/>
                  <a:pt x="653652" y="375894"/>
                  <a:pt x="653652" y="361596"/>
                </a:cubicBezTo>
                <a:cubicBezTo>
                  <a:pt x="653652" y="347298"/>
                  <a:pt x="665250" y="335707"/>
                  <a:pt x="679559" y="335707"/>
                </a:cubicBezTo>
                <a:cubicBezTo>
                  <a:pt x="693861" y="335700"/>
                  <a:pt x="705458" y="347280"/>
                  <a:pt x="705466" y="361571"/>
                </a:cubicBezTo>
                <a:cubicBezTo>
                  <a:pt x="705466" y="361579"/>
                  <a:pt x="705466" y="361588"/>
                  <a:pt x="705466" y="361596"/>
                </a:cubicBezTo>
                <a:close/>
                <a:moveTo>
                  <a:pt x="923695" y="361596"/>
                </a:moveTo>
                <a:cubicBezTo>
                  <a:pt x="923695" y="375894"/>
                  <a:pt x="912096" y="387485"/>
                  <a:pt x="897788" y="387485"/>
                </a:cubicBezTo>
                <a:cubicBezTo>
                  <a:pt x="883481" y="387485"/>
                  <a:pt x="871881" y="375894"/>
                  <a:pt x="871881" y="361596"/>
                </a:cubicBezTo>
                <a:cubicBezTo>
                  <a:pt x="871881" y="347298"/>
                  <a:pt x="883481" y="335707"/>
                  <a:pt x="897788" y="335707"/>
                </a:cubicBezTo>
                <a:cubicBezTo>
                  <a:pt x="912090" y="335700"/>
                  <a:pt x="923688" y="347280"/>
                  <a:pt x="923695" y="361571"/>
                </a:cubicBezTo>
                <a:cubicBezTo>
                  <a:pt x="923695" y="361579"/>
                  <a:pt x="923695" y="361588"/>
                  <a:pt x="923695" y="361596"/>
                </a:cubicBezTo>
                <a:close/>
                <a:moveTo>
                  <a:pt x="1141923" y="361596"/>
                </a:moveTo>
                <a:cubicBezTo>
                  <a:pt x="1141923" y="375894"/>
                  <a:pt x="1130324" y="387485"/>
                  <a:pt x="1116016" y="387485"/>
                </a:cubicBezTo>
                <a:cubicBezTo>
                  <a:pt x="1101708" y="387485"/>
                  <a:pt x="1090109" y="375894"/>
                  <a:pt x="1090109" y="361596"/>
                </a:cubicBezTo>
                <a:cubicBezTo>
                  <a:pt x="1090109" y="347298"/>
                  <a:pt x="1101708" y="335707"/>
                  <a:pt x="1116016" y="335707"/>
                </a:cubicBezTo>
                <a:cubicBezTo>
                  <a:pt x="1130316" y="335724"/>
                  <a:pt x="1141907" y="347305"/>
                  <a:pt x="1141923" y="361596"/>
                </a:cubicBezTo>
                <a:close/>
                <a:moveTo>
                  <a:pt x="50838" y="529500"/>
                </a:moveTo>
                <a:cubicBezTo>
                  <a:pt x="50838" y="543798"/>
                  <a:pt x="39239" y="555389"/>
                  <a:pt x="24931" y="555389"/>
                </a:cubicBezTo>
                <a:cubicBezTo>
                  <a:pt x="10623" y="555389"/>
                  <a:pt x="-976" y="543798"/>
                  <a:pt x="-976" y="529500"/>
                </a:cubicBezTo>
                <a:cubicBezTo>
                  <a:pt x="-976" y="515202"/>
                  <a:pt x="10623" y="503612"/>
                  <a:pt x="24931" y="503612"/>
                </a:cubicBezTo>
                <a:cubicBezTo>
                  <a:pt x="39233" y="503605"/>
                  <a:pt x="50831" y="515184"/>
                  <a:pt x="50838" y="529475"/>
                </a:cubicBezTo>
                <a:cubicBezTo>
                  <a:pt x="50838" y="529484"/>
                  <a:pt x="50838" y="529492"/>
                  <a:pt x="50838" y="529500"/>
                </a:cubicBezTo>
                <a:close/>
                <a:moveTo>
                  <a:pt x="269068" y="529500"/>
                </a:moveTo>
                <a:cubicBezTo>
                  <a:pt x="269068" y="543798"/>
                  <a:pt x="257469" y="555389"/>
                  <a:pt x="243160" y="555389"/>
                </a:cubicBezTo>
                <a:cubicBezTo>
                  <a:pt x="228853" y="555389"/>
                  <a:pt x="217253" y="543798"/>
                  <a:pt x="217253" y="529500"/>
                </a:cubicBezTo>
                <a:cubicBezTo>
                  <a:pt x="217253" y="515202"/>
                  <a:pt x="228853" y="503612"/>
                  <a:pt x="243160" y="503612"/>
                </a:cubicBezTo>
                <a:cubicBezTo>
                  <a:pt x="257461" y="503629"/>
                  <a:pt x="269051" y="515209"/>
                  <a:pt x="269068" y="529500"/>
                </a:cubicBezTo>
                <a:close/>
                <a:moveTo>
                  <a:pt x="487237" y="529500"/>
                </a:moveTo>
                <a:cubicBezTo>
                  <a:pt x="487237" y="543798"/>
                  <a:pt x="475637" y="555389"/>
                  <a:pt x="461329" y="555389"/>
                </a:cubicBezTo>
                <a:cubicBezTo>
                  <a:pt x="447021" y="555389"/>
                  <a:pt x="435422" y="543798"/>
                  <a:pt x="435422" y="529500"/>
                </a:cubicBezTo>
                <a:cubicBezTo>
                  <a:pt x="435422" y="515202"/>
                  <a:pt x="447021" y="503612"/>
                  <a:pt x="461329" y="503612"/>
                </a:cubicBezTo>
                <a:cubicBezTo>
                  <a:pt x="475631" y="503605"/>
                  <a:pt x="487229" y="515184"/>
                  <a:pt x="487237" y="529475"/>
                </a:cubicBezTo>
                <a:cubicBezTo>
                  <a:pt x="487237" y="529484"/>
                  <a:pt x="487237" y="529492"/>
                  <a:pt x="487237" y="529500"/>
                </a:cubicBezTo>
                <a:close/>
                <a:moveTo>
                  <a:pt x="705466" y="529500"/>
                </a:moveTo>
                <a:cubicBezTo>
                  <a:pt x="705466" y="543798"/>
                  <a:pt x="693867" y="555389"/>
                  <a:pt x="679559" y="555389"/>
                </a:cubicBezTo>
                <a:cubicBezTo>
                  <a:pt x="665250" y="555389"/>
                  <a:pt x="653652" y="543798"/>
                  <a:pt x="653652" y="529500"/>
                </a:cubicBezTo>
                <a:cubicBezTo>
                  <a:pt x="653652" y="515202"/>
                  <a:pt x="665250" y="503612"/>
                  <a:pt x="679559" y="503612"/>
                </a:cubicBezTo>
                <a:cubicBezTo>
                  <a:pt x="693861" y="503605"/>
                  <a:pt x="705458" y="515184"/>
                  <a:pt x="705466" y="529475"/>
                </a:cubicBezTo>
                <a:cubicBezTo>
                  <a:pt x="705466" y="529484"/>
                  <a:pt x="705466" y="529492"/>
                  <a:pt x="705466" y="529500"/>
                </a:cubicBezTo>
                <a:close/>
                <a:moveTo>
                  <a:pt x="923695" y="529500"/>
                </a:moveTo>
                <a:cubicBezTo>
                  <a:pt x="923695" y="543798"/>
                  <a:pt x="912096" y="555389"/>
                  <a:pt x="897788" y="555389"/>
                </a:cubicBezTo>
                <a:cubicBezTo>
                  <a:pt x="883481" y="555389"/>
                  <a:pt x="871881" y="543798"/>
                  <a:pt x="871881" y="529500"/>
                </a:cubicBezTo>
                <a:cubicBezTo>
                  <a:pt x="871881" y="515202"/>
                  <a:pt x="883481" y="503612"/>
                  <a:pt x="897788" y="503612"/>
                </a:cubicBezTo>
                <a:cubicBezTo>
                  <a:pt x="912090" y="503605"/>
                  <a:pt x="923688" y="515184"/>
                  <a:pt x="923695" y="529475"/>
                </a:cubicBezTo>
                <a:cubicBezTo>
                  <a:pt x="923695" y="529484"/>
                  <a:pt x="923695" y="529492"/>
                  <a:pt x="923695" y="529500"/>
                </a:cubicBezTo>
                <a:close/>
                <a:moveTo>
                  <a:pt x="1141923" y="529500"/>
                </a:moveTo>
                <a:cubicBezTo>
                  <a:pt x="1141923" y="543798"/>
                  <a:pt x="1130324" y="555389"/>
                  <a:pt x="1116016" y="555389"/>
                </a:cubicBezTo>
                <a:cubicBezTo>
                  <a:pt x="1101708" y="555389"/>
                  <a:pt x="1090109" y="543798"/>
                  <a:pt x="1090109" y="529500"/>
                </a:cubicBezTo>
                <a:cubicBezTo>
                  <a:pt x="1090109" y="515202"/>
                  <a:pt x="1101708" y="503612"/>
                  <a:pt x="1116016" y="503612"/>
                </a:cubicBezTo>
                <a:cubicBezTo>
                  <a:pt x="1130316" y="503629"/>
                  <a:pt x="1141907" y="515209"/>
                  <a:pt x="1141923" y="529500"/>
                </a:cubicBezTo>
                <a:close/>
                <a:moveTo>
                  <a:pt x="50838" y="697404"/>
                </a:moveTo>
                <a:cubicBezTo>
                  <a:pt x="50838" y="711702"/>
                  <a:pt x="39239" y="723293"/>
                  <a:pt x="24931" y="723293"/>
                </a:cubicBezTo>
                <a:cubicBezTo>
                  <a:pt x="10623" y="723293"/>
                  <a:pt x="-976" y="711702"/>
                  <a:pt x="-976" y="697404"/>
                </a:cubicBezTo>
                <a:cubicBezTo>
                  <a:pt x="-976" y="683106"/>
                  <a:pt x="10623" y="671516"/>
                  <a:pt x="24931" y="671516"/>
                </a:cubicBezTo>
                <a:cubicBezTo>
                  <a:pt x="39233" y="671509"/>
                  <a:pt x="50831" y="683088"/>
                  <a:pt x="50838" y="697379"/>
                </a:cubicBezTo>
                <a:cubicBezTo>
                  <a:pt x="50838" y="697387"/>
                  <a:pt x="50838" y="697395"/>
                  <a:pt x="50838" y="697404"/>
                </a:cubicBezTo>
                <a:close/>
                <a:moveTo>
                  <a:pt x="269068" y="697404"/>
                </a:moveTo>
                <a:cubicBezTo>
                  <a:pt x="269068" y="711702"/>
                  <a:pt x="257469" y="723293"/>
                  <a:pt x="243160" y="723293"/>
                </a:cubicBezTo>
                <a:cubicBezTo>
                  <a:pt x="228853" y="723293"/>
                  <a:pt x="217253" y="711702"/>
                  <a:pt x="217253" y="697404"/>
                </a:cubicBezTo>
                <a:cubicBezTo>
                  <a:pt x="217253" y="683106"/>
                  <a:pt x="228853" y="671516"/>
                  <a:pt x="243160" y="671516"/>
                </a:cubicBezTo>
                <a:cubicBezTo>
                  <a:pt x="257461" y="671532"/>
                  <a:pt x="269051" y="683113"/>
                  <a:pt x="269068" y="697404"/>
                </a:cubicBezTo>
                <a:close/>
                <a:moveTo>
                  <a:pt x="487237" y="697404"/>
                </a:moveTo>
                <a:cubicBezTo>
                  <a:pt x="487237" y="711702"/>
                  <a:pt x="475637" y="723293"/>
                  <a:pt x="461329" y="723293"/>
                </a:cubicBezTo>
                <a:cubicBezTo>
                  <a:pt x="447021" y="723293"/>
                  <a:pt x="435422" y="711702"/>
                  <a:pt x="435422" y="697404"/>
                </a:cubicBezTo>
                <a:cubicBezTo>
                  <a:pt x="435422" y="683106"/>
                  <a:pt x="447021" y="671516"/>
                  <a:pt x="461329" y="671516"/>
                </a:cubicBezTo>
                <a:cubicBezTo>
                  <a:pt x="475631" y="671509"/>
                  <a:pt x="487229" y="683088"/>
                  <a:pt x="487237" y="697379"/>
                </a:cubicBezTo>
                <a:cubicBezTo>
                  <a:pt x="487237" y="697387"/>
                  <a:pt x="487237" y="697395"/>
                  <a:pt x="487237" y="697404"/>
                </a:cubicBezTo>
                <a:close/>
                <a:moveTo>
                  <a:pt x="705466" y="697404"/>
                </a:moveTo>
                <a:cubicBezTo>
                  <a:pt x="705466" y="711702"/>
                  <a:pt x="693867" y="723293"/>
                  <a:pt x="679559" y="723293"/>
                </a:cubicBezTo>
                <a:cubicBezTo>
                  <a:pt x="665250" y="723293"/>
                  <a:pt x="653652" y="711702"/>
                  <a:pt x="653652" y="697404"/>
                </a:cubicBezTo>
                <a:cubicBezTo>
                  <a:pt x="653652" y="683106"/>
                  <a:pt x="665250" y="671516"/>
                  <a:pt x="679559" y="671516"/>
                </a:cubicBezTo>
                <a:cubicBezTo>
                  <a:pt x="693861" y="671509"/>
                  <a:pt x="705458" y="683088"/>
                  <a:pt x="705466" y="697379"/>
                </a:cubicBezTo>
                <a:cubicBezTo>
                  <a:pt x="705466" y="697387"/>
                  <a:pt x="705466" y="697395"/>
                  <a:pt x="705466" y="697404"/>
                </a:cubicBezTo>
                <a:close/>
                <a:moveTo>
                  <a:pt x="923695" y="697404"/>
                </a:moveTo>
                <a:cubicBezTo>
                  <a:pt x="923695" y="711702"/>
                  <a:pt x="912096" y="723293"/>
                  <a:pt x="897788" y="723293"/>
                </a:cubicBezTo>
                <a:cubicBezTo>
                  <a:pt x="883481" y="723293"/>
                  <a:pt x="871881" y="711702"/>
                  <a:pt x="871881" y="697404"/>
                </a:cubicBezTo>
                <a:cubicBezTo>
                  <a:pt x="871881" y="683106"/>
                  <a:pt x="883481" y="671516"/>
                  <a:pt x="897788" y="671516"/>
                </a:cubicBezTo>
                <a:cubicBezTo>
                  <a:pt x="912090" y="671509"/>
                  <a:pt x="923688" y="683088"/>
                  <a:pt x="923695" y="697379"/>
                </a:cubicBezTo>
                <a:cubicBezTo>
                  <a:pt x="923695" y="697387"/>
                  <a:pt x="923695" y="697395"/>
                  <a:pt x="923695" y="697404"/>
                </a:cubicBezTo>
                <a:close/>
                <a:moveTo>
                  <a:pt x="1141923" y="697404"/>
                </a:moveTo>
                <a:cubicBezTo>
                  <a:pt x="1141923" y="711702"/>
                  <a:pt x="1130324" y="723293"/>
                  <a:pt x="1116016" y="723293"/>
                </a:cubicBezTo>
                <a:cubicBezTo>
                  <a:pt x="1101708" y="723293"/>
                  <a:pt x="1090109" y="711702"/>
                  <a:pt x="1090109" y="697404"/>
                </a:cubicBezTo>
                <a:cubicBezTo>
                  <a:pt x="1090109" y="683106"/>
                  <a:pt x="1101708" y="671516"/>
                  <a:pt x="1116016" y="671516"/>
                </a:cubicBezTo>
                <a:cubicBezTo>
                  <a:pt x="1130316" y="671532"/>
                  <a:pt x="1141907" y="683113"/>
                  <a:pt x="1141923" y="697404"/>
                </a:cubicBez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0" name="Text 7"/>
          <p:cNvSpPr/>
          <p:nvPr/>
        </p:nvSpPr>
        <p:spPr>
          <a:xfrm>
            <a:off x="690545" y="2082764"/>
            <a:ext cx="1141923" cy="723293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10703860" y="3916644"/>
            <a:ext cx="1141923" cy="723293"/>
          </a:xfrm>
          <a:custGeom>
            <a:avLst/>
            <a:gdLst/>
            <a:ahLst/>
            <a:cxnLst/>
            <a:rect l="l" t="t" r="r" b="b"/>
            <a:pathLst>
              <a:path w="1141923" h="723293">
                <a:moveTo>
                  <a:pt x="50838" y="25788"/>
                </a:moveTo>
                <a:cubicBezTo>
                  <a:pt x="50838" y="40086"/>
                  <a:pt x="39239" y="51676"/>
                  <a:pt x="24931" y="51676"/>
                </a:cubicBezTo>
                <a:cubicBezTo>
                  <a:pt x="10623" y="51676"/>
                  <a:pt x="-976" y="40086"/>
                  <a:pt x="-976" y="25788"/>
                </a:cubicBezTo>
                <a:cubicBezTo>
                  <a:pt x="-976" y="11490"/>
                  <a:pt x="10623" y="-101"/>
                  <a:pt x="24931" y="-101"/>
                </a:cubicBezTo>
                <a:cubicBezTo>
                  <a:pt x="39233" y="-108"/>
                  <a:pt x="50831" y="11473"/>
                  <a:pt x="50838" y="25763"/>
                </a:cubicBezTo>
                <a:cubicBezTo>
                  <a:pt x="50838" y="25772"/>
                  <a:pt x="50838" y="25780"/>
                  <a:pt x="50838" y="25788"/>
                </a:cubicBezTo>
                <a:close/>
                <a:moveTo>
                  <a:pt x="269068" y="25788"/>
                </a:moveTo>
                <a:cubicBezTo>
                  <a:pt x="269068" y="40086"/>
                  <a:pt x="257469" y="51676"/>
                  <a:pt x="243160" y="51676"/>
                </a:cubicBezTo>
                <a:cubicBezTo>
                  <a:pt x="228853" y="51676"/>
                  <a:pt x="217253" y="40086"/>
                  <a:pt x="217253" y="25788"/>
                </a:cubicBezTo>
                <a:cubicBezTo>
                  <a:pt x="217253" y="11490"/>
                  <a:pt x="228853" y="-101"/>
                  <a:pt x="243160" y="-101"/>
                </a:cubicBezTo>
                <a:cubicBezTo>
                  <a:pt x="257461" y="-84"/>
                  <a:pt x="269051" y="11497"/>
                  <a:pt x="269068" y="25788"/>
                </a:cubicBezTo>
                <a:close/>
                <a:moveTo>
                  <a:pt x="487237" y="25788"/>
                </a:moveTo>
                <a:cubicBezTo>
                  <a:pt x="487237" y="40086"/>
                  <a:pt x="475637" y="51676"/>
                  <a:pt x="461329" y="51676"/>
                </a:cubicBezTo>
                <a:cubicBezTo>
                  <a:pt x="447021" y="51676"/>
                  <a:pt x="435422" y="40086"/>
                  <a:pt x="435422" y="25788"/>
                </a:cubicBezTo>
                <a:cubicBezTo>
                  <a:pt x="435422" y="11490"/>
                  <a:pt x="447021" y="-101"/>
                  <a:pt x="461329" y="-101"/>
                </a:cubicBezTo>
                <a:cubicBezTo>
                  <a:pt x="475631" y="-108"/>
                  <a:pt x="487229" y="11473"/>
                  <a:pt x="487237" y="25763"/>
                </a:cubicBezTo>
                <a:cubicBezTo>
                  <a:pt x="487237" y="25772"/>
                  <a:pt x="487237" y="25780"/>
                  <a:pt x="487237" y="25788"/>
                </a:cubicBezTo>
                <a:close/>
                <a:moveTo>
                  <a:pt x="705466" y="25788"/>
                </a:moveTo>
                <a:cubicBezTo>
                  <a:pt x="705466" y="40086"/>
                  <a:pt x="693867" y="51676"/>
                  <a:pt x="679559" y="51676"/>
                </a:cubicBezTo>
                <a:cubicBezTo>
                  <a:pt x="665250" y="51676"/>
                  <a:pt x="653652" y="40086"/>
                  <a:pt x="653652" y="25788"/>
                </a:cubicBezTo>
                <a:cubicBezTo>
                  <a:pt x="653652" y="11490"/>
                  <a:pt x="665250" y="-101"/>
                  <a:pt x="679559" y="-101"/>
                </a:cubicBezTo>
                <a:cubicBezTo>
                  <a:pt x="693861" y="-108"/>
                  <a:pt x="705458" y="11473"/>
                  <a:pt x="705466" y="25763"/>
                </a:cubicBezTo>
                <a:cubicBezTo>
                  <a:pt x="705466" y="25772"/>
                  <a:pt x="705466" y="25780"/>
                  <a:pt x="705466" y="25788"/>
                </a:cubicBezTo>
                <a:close/>
                <a:moveTo>
                  <a:pt x="923695" y="25788"/>
                </a:moveTo>
                <a:cubicBezTo>
                  <a:pt x="923695" y="40086"/>
                  <a:pt x="912096" y="51676"/>
                  <a:pt x="897788" y="51676"/>
                </a:cubicBezTo>
                <a:cubicBezTo>
                  <a:pt x="883481" y="51676"/>
                  <a:pt x="871881" y="40086"/>
                  <a:pt x="871881" y="25788"/>
                </a:cubicBezTo>
                <a:cubicBezTo>
                  <a:pt x="871881" y="11490"/>
                  <a:pt x="883481" y="-101"/>
                  <a:pt x="897788" y="-101"/>
                </a:cubicBezTo>
                <a:cubicBezTo>
                  <a:pt x="912090" y="-108"/>
                  <a:pt x="923688" y="11473"/>
                  <a:pt x="923695" y="25763"/>
                </a:cubicBezTo>
                <a:cubicBezTo>
                  <a:pt x="923695" y="25772"/>
                  <a:pt x="923695" y="25780"/>
                  <a:pt x="923695" y="25788"/>
                </a:cubicBezTo>
                <a:close/>
                <a:moveTo>
                  <a:pt x="1141923" y="25788"/>
                </a:moveTo>
                <a:cubicBezTo>
                  <a:pt x="1141923" y="40086"/>
                  <a:pt x="1130324" y="51676"/>
                  <a:pt x="1116016" y="51676"/>
                </a:cubicBezTo>
                <a:cubicBezTo>
                  <a:pt x="1101708" y="51676"/>
                  <a:pt x="1090109" y="40086"/>
                  <a:pt x="1090109" y="25788"/>
                </a:cubicBezTo>
                <a:cubicBezTo>
                  <a:pt x="1090109" y="11490"/>
                  <a:pt x="1101708" y="-101"/>
                  <a:pt x="1116016" y="-101"/>
                </a:cubicBezTo>
                <a:cubicBezTo>
                  <a:pt x="1130316" y="-84"/>
                  <a:pt x="1141907" y="11497"/>
                  <a:pt x="1141923" y="25788"/>
                </a:cubicBezTo>
                <a:close/>
                <a:moveTo>
                  <a:pt x="50838" y="193692"/>
                </a:moveTo>
                <a:cubicBezTo>
                  <a:pt x="50838" y="207990"/>
                  <a:pt x="39239" y="219580"/>
                  <a:pt x="24931" y="219580"/>
                </a:cubicBezTo>
                <a:cubicBezTo>
                  <a:pt x="10623" y="219580"/>
                  <a:pt x="-976" y="207990"/>
                  <a:pt x="-976" y="193692"/>
                </a:cubicBezTo>
                <a:cubicBezTo>
                  <a:pt x="-976" y="179394"/>
                  <a:pt x="10623" y="167803"/>
                  <a:pt x="24931" y="167803"/>
                </a:cubicBezTo>
                <a:cubicBezTo>
                  <a:pt x="39233" y="167796"/>
                  <a:pt x="50831" y="179377"/>
                  <a:pt x="50838" y="193668"/>
                </a:cubicBezTo>
                <a:cubicBezTo>
                  <a:pt x="50838" y="193676"/>
                  <a:pt x="50838" y="193684"/>
                  <a:pt x="50838" y="193692"/>
                </a:cubicBezTo>
                <a:close/>
                <a:moveTo>
                  <a:pt x="269068" y="193692"/>
                </a:moveTo>
                <a:cubicBezTo>
                  <a:pt x="269068" y="207990"/>
                  <a:pt x="257469" y="219580"/>
                  <a:pt x="243160" y="219580"/>
                </a:cubicBezTo>
                <a:cubicBezTo>
                  <a:pt x="228853" y="219580"/>
                  <a:pt x="217253" y="207990"/>
                  <a:pt x="217253" y="193692"/>
                </a:cubicBezTo>
                <a:cubicBezTo>
                  <a:pt x="217253" y="179394"/>
                  <a:pt x="228853" y="167803"/>
                  <a:pt x="243160" y="167803"/>
                </a:cubicBezTo>
                <a:cubicBezTo>
                  <a:pt x="257461" y="167820"/>
                  <a:pt x="269051" y="179401"/>
                  <a:pt x="269068" y="193692"/>
                </a:cubicBezTo>
                <a:close/>
                <a:moveTo>
                  <a:pt x="487237" y="193692"/>
                </a:moveTo>
                <a:cubicBezTo>
                  <a:pt x="487237" y="207990"/>
                  <a:pt x="475637" y="219580"/>
                  <a:pt x="461329" y="219580"/>
                </a:cubicBezTo>
                <a:cubicBezTo>
                  <a:pt x="447021" y="219580"/>
                  <a:pt x="435422" y="207990"/>
                  <a:pt x="435422" y="193692"/>
                </a:cubicBezTo>
                <a:cubicBezTo>
                  <a:pt x="435422" y="179394"/>
                  <a:pt x="447021" y="167803"/>
                  <a:pt x="461329" y="167803"/>
                </a:cubicBezTo>
                <a:cubicBezTo>
                  <a:pt x="475631" y="167796"/>
                  <a:pt x="487229" y="179377"/>
                  <a:pt x="487237" y="193668"/>
                </a:cubicBezTo>
                <a:cubicBezTo>
                  <a:pt x="487237" y="193676"/>
                  <a:pt x="487237" y="193684"/>
                  <a:pt x="487237" y="193692"/>
                </a:cubicBezTo>
                <a:close/>
                <a:moveTo>
                  <a:pt x="705466" y="193692"/>
                </a:moveTo>
                <a:cubicBezTo>
                  <a:pt x="705466" y="207990"/>
                  <a:pt x="693867" y="219580"/>
                  <a:pt x="679559" y="219580"/>
                </a:cubicBezTo>
                <a:cubicBezTo>
                  <a:pt x="665250" y="219580"/>
                  <a:pt x="653652" y="207990"/>
                  <a:pt x="653652" y="193692"/>
                </a:cubicBezTo>
                <a:cubicBezTo>
                  <a:pt x="653652" y="179394"/>
                  <a:pt x="665250" y="167803"/>
                  <a:pt x="679559" y="167803"/>
                </a:cubicBezTo>
                <a:cubicBezTo>
                  <a:pt x="693861" y="167796"/>
                  <a:pt x="705458" y="179377"/>
                  <a:pt x="705466" y="193668"/>
                </a:cubicBezTo>
                <a:cubicBezTo>
                  <a:pt x="705466" y="193676"/>
                  <a:pt x="705466" y="193684"/>
                  <a:pt x="705466" y="193692"/>
                </a:cubicBezTo>
                <a:close/>
                <a:moveTo>
                  <a:pt x="923695" y="193692"/>
                </a:moveTo>
                <a:cubicBezTo>
                  <a:pt x="923695" y="207990"/>
                  <a:pt x="912096" y="219580"/>
                  <a:pt x="897788" y="219580"/>
                </a:cubicBezTo>
                <a:cubicBezTo>
                  <a:pt x="883481" y="219580"/>
                  <a:pt x="871881" y="207990"/>
                  <a:pt x="871881" y="193692"/>
                </a:cubicBezTo>
                <a:cubicBezTo>
                  <a:pt x="871881" y="179394"/>
                  <a:pt x="883481" y="167803"/>
                  <a:pt x="897788" y="167803"/>
                </a:cubicBezTo>
                <a:cubicBezTo>
                  <a:pt x="912090" y="167796"/>
                  <a:pt x="923688" y="179377"/>
                  <a:pt x="923695" y="193668"/>
                </a:cubicBezTo>
                <a:cubicBezTo>
                  <a:pt x="923695" y="193676"/>
                  <a:pt x="923695" y="193684"/>
                  <a:pt x="923695" y="193692"/>
                </a:cubicBezTo>
                <a:close/>
                <a:moveTo>
                  <a:pt x="1141923" y="193692"/>
                </a:moveTo>
                <a:cubicBezTo>
                  <a:pt x="1141923" y="207990"/>
                  <a:pt x="1130324" y="219580"/>
                  <a:pt x="1116016" y="219580"/>
                </a:cubicBezTo>
                <a:cubicBezTo>
                  <a:pt x="1101708" y="219580"/>
                  <a:pt x="1090109" y="207990"/>
                  <a:pt x="1090109" y="193692"/>
                </a:cubicBezTo>
                <a:cubicBezTo>
                  <a:pt x="1090109" y="179394"/>
                  <a:pt x="1101708" y="167803"/>
                  <a:pt x="1116016" y="167803"/>
                </a:cubicBezTo>
                <a:cubicBezTo>
                  <a:pt x="1130316" y="167820"/>
                  <a:pt x="1141907" y="179401"/>
                  <a:pt x="1141923" y="193692"/>
                </a:cubicBezTo>
                <a:close/>
                <a:moveTo>
                  <a:pt x="50838" y="361596"/>
                </a:moveTo>
                <a:cubicBezTo>
                  <a:pt x="50838" y="375894"/>
                  <a:pt x="39239" y="387485"/>
                  <a:pt x="24931" y="387485"/>
                </a:cubicBezTo>
                <a:cubicBezTo>
                  <a:pt x="10623" y="387485"/>
                  <a:pt x="-976" y="375894"/>
                  <a:pt x="-976" y="361596"/>
                </a:cubicBezTo>
                <a:cubicBezTo>
                  <a:pt x="-976" y="347298"/>
                  <a:pt x="10623" y="335707"/>
                  <a:pt x="24931" y="335707"/>
                </a:cubicBezTo>
                <a:cubicBezTo>
                  <a:pt x="39233" y="335700"/>
                  <a:pt x="50831" y="347280"/>
                  <a:pt x="50838" y="361571"/>
                </a:cubicBezTo>
                <a:cubicBezTo>
                  <a:pt x="50838" y="361579"/>
                  <a:pt x="50838" y="361588"/>
                  <a:pt x="50838" y="361596"/>
                </a:cubicBezTo>
                <a:close/>
                <a:moveTo>
                  <a:pt x="269068" y="361596"/>
                </a:moveTo>
                <a:cubicBezTo>
                  <a:pt x="269068" y="375894"/>
                  <a:pt x="257469" y="387485"/>
                  <a:pt x="243160" y="387485"/>
                </a:cubicBezTo>
                <a:cubicBezTo>
                  <a:pt x="228853" y="387485"/>
                  <a:pt x="217253" y="375894"/>
                  <a:pt x="217253" y="361596"/>
                </a:cubicBezTo>
                <a:cubicBezTo>
                  <a:pt x="217253" y="347298"/>
                  <a:pt x="228853" y="335707"/>
                  <a:pt x="243160" y="335707"/>
                </a:cubicBezTo>
                <a:cubicBezTo>
                  <a:pt x="257461" y="335724"/>
                  <a:pt x="269051" y="347305"/>
                  <a:pt x="269068" y="361596"/>
                </a:cubicBezTo>
                <a:close/>
                <a:moveTo>
                  <a:pt x="487237" y="361596"/>
                </a:moveTo>
                <a:cubicBezTo>
                  <a:pt x="487237" y="375894"/>
                  <a:pt x="475637" y="387485"/>
                  <a:pt x="461329" y="387485"/>
                </a:cubicBezTo>
                <a:cubicBezTo>
                  <a:pt x="447021" y="387485"/>
                  <a:pt x="435422" y="375894"/>
                  <a:pt x="435422" y="361596"/>
                </a:cubicBezTo>
                <a:cubicBezTo>
                  <a:pt x="435422" y="347298"/>
                  <a:pt x="447021" y="335707"/>
                  <a:pt x="461329" y="335707"/>
                </a:cubicBezTo>
                <a:cubicBezTo>
                  <a:pt x="475631" y="335700"/>
                  <a:pt x="487229" y="347280"/>
                  <a:pt x="487237" y="361571"/>
                </a:cubicBezTo>
                <a:cubicBezTo>
                  <a:pt x="487237" y="361579"/>
                  <a:pt x="487237" y="361588"/>
                  <a:pt x="487237" y="361596"/>
                </a:cubicBezTo>
                <a:close/>
                <a:moveTo>
                  <a:pt x="705466" y="361596"/>
                </a:moveTo>
                <a:cubicBezTo>
                  <a:pt x="705466" y="375894"/>
                  <a:pt x="693867" y="387485"/>
                  <a:pt x="679559" y="387485"/>
                </a:cubicBezTo>
                <a:cubicBezTo>
                  <a:pt x="665250" y="387485"/>
                  <a:pt x="653652" y="375894"/>
                  <a:pt x="653652" y="361596"/>
                </a:cubicBezTo>
                <a:cubicBezTo>
                  <a:pt x="653652" y="347298"/>
                  <a:pt x="665250" y="335707"/>
                  <a:pt x="679559" y="335707"/>
                </a:cubicBezTo>
                <a:cubicBezTo>
                  <a:pt x="693861" y="335700"/>
                  <a:pt x="705458" y="347280"/>
                  <a:pt x="705466" y="361571"/>
                </a:cubicBezTo>
                <a:cubicBezTo>
                  <a:pt x="705466" y="361579"/>
                  <a:pt x="705466" y="361588"/>
                  <a:pt x="705466" y="361596"/>
                </a:cubicBezTo>
                <a:close/>
                <a:moveTo>
                  <a:pt x="923695" y="361596"/>
                </a:moveTo>
                <a:cubicBezTo>
                  <a:pt x="923695" y="375894"/>
                  <a:pt x="912096" y="387485"/>
                  <a:pt x="897788" y="387485"/>
                </a:cubicBezTo>
                <a:cubicBezTo>
                  <a:pt x="883481" y="387485"/>
                  <a:pt x="871881" y="375894"/>
                  <a:pt x="871881" y="361596"/>
                </a:cubicBezTo>
                <a:cubicBezTo>
                  <a:pt x="871881" y="347298"/>
                  <a:pt x="883481" y="335707"/>
                  <a:pt x="897788" y="335707"/>
                </a:cubicBezTo>
                <a:cubicBezTo>
                  <a:pt x="912090" y="335700"/>
                  <a:pt x="923688" y="347280"/>
                  <a:pt x="923695" y="361571"/>
                </a:cubicBezTo>
                <a:cubicBezTo>
                  <a:pt x="923695" y="361579"/>
                  <a:pt x="923695" y="361588"/>
                  <a:pt x="923695" y="361596"/>
                </a:cubicBezTo>
                <a:close/>
                <a:moveTo>
                  <a:pt x="1141923" y="361596"/>
                </a:moveTo>
                <a:cubicBezTo>
                  <a:pt x="1141923" y="375894"/>
                  <a:pt x="1130324" y="387485"/>
                  <a:pt x="1116016" y="387485"/>
                </a:cubicBezTo>
                <a:cubicBezTo>
                  <a:pt x="1101708" y="387485"/>
                  <a:pt x="1090109" y="375894"/>
                  <a:pt x="1090109" y="361596"/>
                </a:cubicBezTo>
                <a:cubicBezTo>
                  <a:pt x="1090109" y="347298"/>
                  <a:pt x="1101708" y="335707"/>
                  <a:pt x="1116016" y="335707"/>
                </a:cubicBezTo>
                <a:cubicBezTo>
                  <a:pt x="1130316" y="335724"/>
                  <a:pt x="1141907" y="347305"/>
                  <a:pt x="1141923" y="361596"/>
                </a:cubicBezTo>
                <a:close/>
                <a:moveTo>
                  <a:pt x="50838" y="529500"/>
                </a:moveTo>
                <a:cubicBezTo>
                  <a:pt x="50838" y="543798"/>
                  <a:pt x="39239" y="555389"/>
                  <a:pt x="24931" y="555389"/>
                </a:cubicBezTo>
                <a:cubicBezTo>
                  <a:pt x="10623" y="555389"/>
                  <a:pt x="-976" y="543798"/>
                  <a:pt x="-976" y="529500"/>
                </a:cubicBezTo>
                <a:cubicBezTo>
                  <a:pt x="-976" y="515202"/>
                  <a:pt x="10623" y="503612"/>
                  <a:pt x="24931" y="503612"/>
                </a:cubicBezTo>
                <a:cubicBezTo>
                  <a:pt x="39233" y="503605"/>
                  <a:pt x="50831" y="515184"/>
                  <a:pt x="50838" y="529475"/>
                </a:cubicBezTo>
                <a:cubicBezTo>
                  <a:pt x="50838" y="529484"/>
                  <a:pt x="50838" y="529492"/>
                  <a:pt x="50838" y="529500"/>
                </a:cubicBezTo>
                <a:close/>
                <a:moveTo>
                  <a:pt x="269068" y="529500"/>
                </a:moveTo>
                <a:cubicBezTo>
                  <a:pt x="269068" y="543798"/>
                  <a:pt x="257469" y="555389"/>
                  <a:pt x="243160" y="555389"/>
                </a:cubicBezTo>
                <a:cubicBezTo>
                  <a:pt x="228853" y="555389"/>
                  <a:pt x="217253" y="543798"/>
                  <a:pt x="217253" y="529500"/>
                </a:cubicBezTo>
                <a:cubicBezTo>
                  <a:pt x="217253" y="515202"/>
                  <a:pt x="228853" y="503612"/>
                  <a:pt x="243160" y="503612"/>
                </a:cubicBezTo>
                <a:cubicBezTo>
                  <a:pt x="257461" y="503629"/>
                  <a:pt x="269051" y="515209"/>
                  <a:pt x="269068" y="529500"/>
                </a:cubicBezTo>
                <a:close/>
                <a:moveTo>
                  <a:pt x="487237" y="529500"/>
                </a:moveTo>
                <a:cubicBezTo>
                  <a:pt x="487237" y="543798"/>
                  <a:pt x="475637" y="555389"/>
                  <a:pt x="461329" y="555389"/>
                </a:cubicBezTo>
                <a:cubicBezTo>
                  <a:pt x="447021" y="555389"/>
                  <a:pt x="435422" y="543798"/>
                  <a:pt x="435422" y="529500"/>
                </a:cubicBezTo>
                <a:cubicBezTo>
                  <a:pt x="435422" y="515202"/>
                  <a:pt x="447021" y="503612"/>
                  <a:pt x="461329" y="503612"/>
                </a:cubicBezTo>
                <a:cubicBezTo>
                  <a:pt x="475631" y="503605"/>
                  <a:pt x="487229" y="515184"/>
                  <a:pt x="487237" y="529475"/>
                </a:cubicBezTo>
                <a:cubicBezTo>
                  <a:pt x="487237" y="529484"/>
                  <a:pt x="487237" y="529492"/>
                  <a:pt x="487237" y="529500"/>
                </a:cubicBezTo>
                <a:close/>
                <a:moveTo>
                  <a:pt x="705466" y="529500"/>
                </a:moveTo>
                <a:cubicBezTo>
                  <a:pt x="705466" y="543798"/>
                  <a:pt x="693867" y="555389"/>
                  <a:pt x="679559" y="555389"/>
                </a:cubicBezTo>
                <a:cubicBezTo>
                  <a:pt x="665250" y="555389"/>
                  <a:pt x="653652" y="543798"/>
                  <a:pt x="653652" y="529500"/>
                </a:cubicBezTo>
                <a:cubicBezTo>
                  <a:pt x="653652" y="515202"/>
                  <a:pt x="665250" y="503612"/>
                  <a:pt x="679559" y="503612"/>
                </a:cubicBezTo>
                <a:cubicBezTo>
                  <a:pt x="693861" y="503605"/>
                  <a:pt x="705458" y="515184"/>
                  <a:pt x="705466" y="529475"/>
                </a:cubicBezTo>
                <a:cubicBezTo>
                  <a:pt x="705466" y="529484"/>
                  <a:pt x="705466" y="529492"/>
                  <a:pt x="705466" y="529500"/>
                </a:cubicBezTo>
                <a:close/>
                <a:moveTo>
                  <a:pt x="923695" y="529500"/>
                </a:moveTo>
                <a:cubicBezTo>
                  <a:pt x="923695" y="543798"/>
                  <a:pt x="912096" y="555389"/>
                  <a:pt x="897788" y="555389"/>
                </a:cubicBezTo>
                <a:cubicBezTo>
                  <a:pt x="883481" y="555389"/>
                  <a:pt x="871881" y="543798"/>
                  <a:pt x="871881" y="529500"/>
                </a:cubicBezTo>
                <a:cubicBezTo>
                  <a:pt x="871881" y="515202"/>
                  <a:pt x="883481" y="503612"/>
                  <a:pt x="897788" y="503612"/>
                </a:cubicBezTo>
                <a:cubicBezTo>
                  <a:pt x="912090" y="503605"/>
                  <a:pt x="923688" y="515184"/>
                  <a:pt x="923695" y="529475"/>
                </a:cubicBezTo>
                <a:cubicBezTo>
                  <a:pt x="923695" y="529484"/>
                  <a:pt x="923695" y="529492"/>
                  <a:pt x="923695" y="529500"/>
                </a:cubicBezTo>
                <a:close/>
                <a:moveTo>
                  <a:pt x="1141923" y="529500"/>
                </a:moveTo>
                <a:cubicBezTo>
                  <a:pt x="1141923" y="543798"/>
                  <a:pt x="1130324" y="555389"/>
                  <a:pt x="1116016" y="555389"/>
                </a:cubicBezTo>
                <a:cubicBezTo>
                  <a:pt x="1101708" y="555389"/>
                  <a:pt x="1090109" y="543798"/>
                  <a:pt x="1090109" y="529500"/>
                </a:cubicBezTo>
                <a:cubicBezTo>
                  <a:pt x="1090109" y="515202"/>
                  <a:pt x="1101708" y="503612"/>
                  <a:pt x="1116016" y="503612"/>
                </a:cubicBezTo>
                <a:cubicBezTo>
                  <a:pt x="1130316" y="503629"/>
                  <a:pt x="1141907" y="515209"/>
                  <a:pt x="1141923" y="529500"/>
                </a:cubicBezTo>
                <a:close/>
                <a:moveTo>
                  <a:pt x="50838" y="697404"/>
                </a:moveTo>
                <a:cubicBezTo>
                  <a:pt x="50838" y="711702"/>
                  <a:pt x="39239" y="723293"/>
                  <a:pt x="24931" y="723293"/>
                </a:cubicBezTo>
                <a:cubicBezTo>
                  <a:pt x="10623" y="723293"/>
                  <a:pt x="-976" y="711702"/>
                  <a:pt x="-976" y="697404"/>
                </a:cubicBezTo>
                <a:cubicBezTo>
                  <a:pt x="-976" y="683106"/>
                  <a:pt x="10623" y="671516"/>
                  <a:pt x="24931" y="671516"/>
                </a:cubicBezTo>
                <a:cubicBezTo>
                  <a:pt x="39233" y="671509"/>
                  <a:pt x="50831" y="683088"/>
                  <a:pt x="50838" y="697379"/>
                </a:cubicBezTo>
                <a:cubicBezTo>
                  <a:pt x="50838" y="697387"/>
                  <a:pt x="50838" y="697395"/>
                  <a:pt x="50838" y="697404"/>
                </a:cubicBezTo>
                <a:close/>
                <a:moveTo>
                  <a:pt x="269068" y="697404"/>
                </a:moveTo>
                <a:cubicBezTo>
                  <a:pt x="269068" y="711702"/>
                  <a:pt x="257469" y="723293"/>
                  <a:pt x="243160" y="723293"/>
                </a:cubicBezTo>
                <a:cubicBezTo>
                  <a:pt x="228853" y="723293"/>
                  <a:pt x="217253" y="711702"/>
                  <a:pt x="217253" y="697404"/>
                </a:cubicBezTo>
                <a:cubicBezTo>
                  <a:pt x="217253" y="683106"/>
                  <a:pt x="228853" y="671516"/>
                  <a:pt x="243160" y="671516"/>
                </a:cubicBezTo>
                <a:cubicBezTo>
                  <a:pt x="257461" y="671532"/>
                  <a:pt x="269051" y="683113"/>
                  <a:pt x="269068" y="697404"/>
                </a:cubicBezTo>
                <a:close/>
                <a:moveTo>
                  <a:pt x="487237" y="697404"/>
                </a:moveTo>
                <a:cubicBezTo>
                  <a:pt x="487237" y="711702"/>
                  <a:pt x="475637" y="723293"/>
                  <a:pt x="461329" y="723293"/>
                </a:cubicBezTo>
                <a:cubicBezTo>
                  <a:pt x="447021" y="723293"/>
                  <a:pt x="435422" y="711702"/>
                  <a:pt x="435422" y="697404"/>
                </a:cubicBezTo>
                <a:cubicBezTo>
                  <a:pt x="435422" y="683106"/>
                  <a:pt x="447021" y="671516"/>
                  <a:pt x="461329" y="671516"/>
                </a:cubicBezTo>
                <a:cubicBezTo>
                  <a:pt x="475631" y="671509"/>
                  <a:pt x="487229" y="683088"/>
                  <a:pt x="487237" y="697379"/>
                </a:cubicBezTo>
                <a:cubicBezTo>
                  <a:pt x="487237" y="697387"/>
                  <a:pt x="487237" y="697395"/>
                  <a:pt x="487237" y="697404"/>
                </a:cubicBezTo>
                <a:close/>
                <a:moveTo>
                  <a:pt x="705466" y="697404"/>
                </a:moveTo>
                <a:cubicBezTo>
                  <a:pt x="705466" y="711702"/>
                  <a:pt x="693867" y="723293"/>
                  <a:pt x="679559" y="723293"/>
                </a:cubicBezTo>
                <a:cubicBezTo>
                  <a:pt x="665250" y="723293"/>
                  <a:pt x="653652" y="711702"/>
                  <a:pt x="653652" y="697404"/>
                </a:cubicBezTo>
                <a:cubicBezTo>
                  <a:pt x="653652" y="683106"/>
                  <a:pt x="665250" y="671516"/>
                  <a:pt x="679559" y="671516"/>
                </a:cubicBezTo>
                <a:cubicBezTo>
                  <a:pt x="693861" y="671509"/>
                  <a:pt x="705458" y="683088"/>
                  <a:pt x="705466" y="697379"/>
                </a:cubicBezTo>
                <a:cubicBezTo>
                  <a:pt x="705466" y="697387"/>
                  <a:pt x="705466" y="697395"/>
                  <a:pt x="705466" y="697404"/>
                </a:cubicBezTo>
                <a:close/>
                <a:moveTo>
                  <a:pt x="923695" y="697404"/>
                </a:moveTo>
                <a:cubicBezTo>
                  <a:pt x="923695" y="711702"/>
                  <a:pt x="912096" y="723293"/>
                  <a:pt x="897788" y="723293"/>
                </a:cubicBezTo>
                <a:cubicBezTo>
                  <a:pt x="883481" y="723293"/>
                  <a:pt x="871881" y="711702"/>
                  <a:pt x="871881" y="697404"/>
                </a:cubicBezTo>
                <a:cubicBezTo>
                  <a:pt x="871881" y="683106"/>
                  <a:pt x="883481" y="671516"/>
                  <a:pt x="897788" y="671516"/>
                </a:cubicBezTo>
                <a:cubicBezTo>
                  <a:pt x="912090" y="671509"/>
                  <a:pt x="923688" y="683088"/>
                  <a:pt x="923695" y="697379"/>
                </a:cubicBezTo>
                <a:cubicBezTo>
                  <a:pt x="923695" y="697387"/>
                  <a:pt x="923695" y="697395"/>
                  <a:pt x="923695" y="697404"/>
                </a:cubicBezTo>
                <a:close/>
                <a:moveTo>
                  <a:pt x="1141923" y="697404"/>
                </a:moveTo>
                <a:cubicBezTo>
                  <a:pt x="1141923" y="711702"/>
                  <a:pt x="1130324" y="723293"/>
                  <a:pt x="1116016" y="723293"/>
                </a:cubicBezTo>
                <a:cubicBezTo>
                  <a:pt x="1101708" y="723293"/>
                  <a:pt x="1090109" y="711702"/>
                  <a:pt x="1090109" y="697404"/>
                </a:cubicBezTo>
                <a:cubicBezTo>
                  <a:pt x="1090109" y="683106"/>
                  <a:pt x="1101708" y="671516"/>
                  <a:pt x="1116016" y="671516"/>
                </a:cubicBezTo>
                <a:cubicBezTo>
                  <a:pt x="1130316" y="671532"/>
                  <a:pt x="1141907" y="683113"/>
                  <a:pt x="1141923" y="697404"/>
                </a:cubicBez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2" name="Text 9"/>
          <p:cNvSpPr/>
          <p:nvPr/>
        </p:nvSpPr>
        <p:spPr>
          <a:xfrm>
            <a:off x="10703860" y="3916644"/>
            <a:ext cx="1141923" cy="723293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13" name="Image 1" descr="https://kimi-img.moonshot.cn/pub/slides/slides_tmpl/image/25-10-11-20:17:34-d3l4lngs8jdo4os5env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2095" y="4456430"/>
            <a:ext cx="5589905" cy="2401570"/>
          </a:xfrm>
          <a:prstGeom prst="rect">
            <a:avLst/>
          </a:prstGeom>
        </p:spPr>
      </p:pic>
      <p:pic>
        <p:nvPicPr>
          <p:cNvPr id="14" name="Image 2" descr="https://kimi-img.moonshot.cn/pub/slides/slides_tmpl/image/25-10-11-20:17:34-d3l4lngs8jdo4os5env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-40005"/>
            <a:ext cx="5589905" cy="240157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 descr="雪山上的人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24846" y="452560"/>
            <a:ext cx="2336800" cy="233680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2" name="矩形 21"/>
          <p:cNvSpPr/>
          <p:nvPr/>
        </p:nvSpPr>
        <p:spPr>
          <a:xfrm>
            <a:off x="3914746" y="427336"/>
            <a:ext cx="5213092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1200" cap="none" spc="0" normalizeH="0" baseline="0" noProof="0" dirty="0">
                <a:ln w="9525">
                  <a:solidFill>
                    <a:srgbClr val="FFFFFF"/>
                  </a:solidFill>
                  <a:prstDash val="solid"/>
                </a:ln>
                <a:solidFill>
                  <a:srgbClr val="5B9BD5"/>
                </a:solidFill>
                <a:effectLst>
                  <a:outerShdw blurRad="12700" dist="38100" dir="2700000" algn="tl" rotWithShape="0">
                    <a:srgbClr val="5B9BD5">
                      <a:lumMod val="60000"/>
                      <a:lumOff val="40000"/>
                    </a:srgbClr>
                  </a:outerShdw>
                </a:effectLst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rPr>
              <a:t>组长：浮生若梦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2861646" y="1320308"/>
            <a:ext cx="922880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rPr>
              <a:t>项目中负责：协调任务，组员沟通，架构设计，代码开发与整合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rPr>
              <a:t>……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rPr>
              <a:t>开发中负责：体积碰撞，死亡判定，界面美化，图片处理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rPr>
              <a:t>……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786389" y="3105834"/>
            <a:ext cx="107221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rPr>
              <a:t>项目收获：在这一次项目中，我不仅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rPr>
              <a:t>运用巩固非常多我学到的知识，提升了自己的代码能力和使用各种工具的熟练度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rPr>
              <a:t>，还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rPr>
              <a:t>增进了和组员进行沟通的能力，</a:t>
            </a:r>
            <a:r>
              <a:rPr lang="zh-CN" altLang="en-US" sz="2000" dirty="0">
                <a:solidFill>
                  <a:srgbClr val="7030A0"/>
                </a:solidFill>
                <a:latin typeface="Calibri" panose="020F0502020204030204"/>
                <a:ea typeface="等线" panose="02010600030101010101" charset="-122"/>
              </a:rPr>
              <a:t>提升了项目管理能力</a:t>
            </a:r>
            <a:r>
              <a:rPr lang="zh-CN" altLang="en-US" sz="2000" dirty="0">
                <a:latin typeface="Calibri" panose="020F0502020204030204"/>
                <a:ea typeface="等线" panose="02010600030101010101" charset="-122"/>
              </a:rPr>
              <a:t>，收获颇丰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786389" y="5411277"/>
            <a:ext cx="1071825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dirty="0">
                <a:solidFill>
                  <a:srgbClr val="000000"/>
                </a:solidFill>
                <a:latin typeface="Calibri" panose="020F0502020204030204"/>
                <a:ea typeface="等线" panose="02010600030101010101" charset="-122"/>
              </a:rPr>
              <a:t>项目后的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rPr>
              <a:t>学习计划：</a:t>
            </a:r>
            <a:r>
              <a:rPr lang="zh-CN" altLang="en-US" sz="2000" dirty="0">
                <a:solidFill>
                  <a:srgbClr val="000000"/>
                </a:solidFill>
                <a:latin typeface="Calibri" panose="020F0502020204030204"/>
                <a:ea typeface="等线" panose="02010600030101010101" charset="-122"/>
              </a:rPr>
              <a:t>学习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rPr>
              <a:t>数据结构以及算法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rPr>
              <a:t>，将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rPr>
              <a:t>C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rPr>
              <a:t>全面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rPr>
              <a:t>转为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rPr>
              <a:t>C++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rPr>
              <a:t>，年前学完数据结构基础和算法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rPr>
              <a:t>基础，学完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rPr>
              <a:t>C++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rPr>
              <a:t>基础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82524" y="4225477"/>
            <a:ext cx="107221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rPr>
              <a:t>项目中的不足</a:t>
            </a:r>
            <a:r>
              <a:rPr lang="zh-CN" altLang="en-US" sz="2000" dirty="0">
                <a:solidFill>
                  <a:srgbClr val="000000"/>
                </a:solidFill>
                <a:latin typeface="Calibri" panose="020F0502020204030204"/>
                <a:ea typeface="等线" panose="02010600030101010101" charset="-122"/>
              </a:rPr>
              <a:t>：</a:t>
            </a:r>
            <a:r>
              <a:rPr lang="zh-CN" altLang="en-US" sz="2000" dirty="0">
                <a:solidFill>
                  <a:srgbClr val="7030A0"/>
                </a:solidFill>
                <a:latin typeface="Calibri" panose="020F0502020204030204"/>
                <a:ea typeface="等线" panose="02010600030101010101" charset="-122"/>
              </a:rPr>
              <a:t>任务分配</a:t>
            </a:r>
            <a:r>
              <a:rPr lang="zh-CN" altLang="en-US" sz="2000" dirty="0">
                <a:solidFill>
                  <a:srgbClr val="000000"/>
                </a:solidFill>
                <a:latin typeface="Calibri" panose="020F0502020204030204"/>
                <a:ea typeface="等线" panose="02010600030101010101" charset="-122"/>
              </a:rPr>
              <a:t>不够合理，没有让组员详细的了解项目的全貌，缺乏简练精确的表达能力，编码的健壮性和拓展性略差，对于部分技术的掌握不够熟练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F35B0BEE-F18A-47BB-8FCB-E00DA2F2635D-2" descr="C:/Users/Lenovo/AppData/Local/Temp/wpp.JKPabMwp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6265" y="929323"/>
            <a:ext cx="1381760" cy="137922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4217670" y="929640"/>
            <a:ext cx="5046980" cy="76009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lstStyle/>
          <a:p>
            <a:pPr lvl="0" algn="ctr">
              <a:buClrTx/>
              <a:buSzTx/>
              <a:buFontTx/>
            </a:pPr>
            <a:r>
              <a:rPr lang="zh-CN" altLang="en-US" sz="36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FillTx/>
                <a:sym typeface="+mn-ea"/>
              </a:rPr>
              <a:t>副组长：林宇卿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3734435" y="1796415"/>
            <a:ext cx="617283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任务：代码开发和部分测试</a:t>
            </a:r>
          </a:p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游戏内任务：开头结尾界面开发，平台移动，二三关的墙体碰撞体积。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3053080" y="3142615"/>
            <a:ext cx="60858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收获：加强了</a:t>
            </a:r>
            <a:r>
              <a:rPr lang="en-US" altLang="zh-CN"/>
              <a:t>easyX</a:t>
            </a:r>
            <a:r>
              <a:rPr lang="zh-CN" altLang="en-US"/>
              <a:t>的掌握程度，学会使用</a:t>
            </a:r>
            <a:r>
              <a:rPr lang="en-US" altLang="zh-CN"/>
              <a:t>git</a:t>
            </a:r>
            <a:r>
              <a:rPr lang="zh-CN" altLang="en-US"/>
              <a:t>仓库进行开发。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3053080" y="3567430"/>
            <a:ext cx="590169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不足：</a:t>
            </a:r>
            <a:r>
              <a:rPr lang="en-US" altLang="zh-CN"/>
              <a:t>git</a:t>
            </a:r>
            <a:r>
              <a:rPr lang="zh-CN" altLang="en-US"/>
              <a:t>仓库使用不熟练，开发后</a:t>
            </a:r>
            <a:r>
              <a:rPr lang="en-US" altLang="zh-CN"/>
              <a:t>BUG</a:t>
            </a:r>
            <a:r>
              <a:rPr lang="zh-CN" altLang="en-US"/>
              <a:t>较多，开发函数不按要求导致整合困难。</a:t>
            </a:r>
          </a:p>
          <a:p>
            <a:r>
              <a:rPr lang="zh-CN" altLang="en-US"/>
              <a:t>相较于上次项目加入了</a:t>
            </a:r>
            <a:r>
              <a:rPr lang="en-US" altLang="zh-CN"/>
              <a:t>git</a:t>
            </a:r>
            <a:r>
              <a:rPr lang="zh-CN" altLang="en-US"/>
              <a:t>和</a:t>
            </a:r>
            <a:r>
              <a:rPr lang="en-US" altLang="zh-CN"/>
              <a:t>easyX</a:t>
            </a:r>
            <a:r>
              <a:rPr lang="zh-CN" altLang="en-US"/>
              <a:t>的使用，功能任务分工明确。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3053080" y="4998085"/>
            <a:ext cx="56476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学习计划：学习数据结构，加深</a:t>
            </a:r>
            <a:r>
              <a:rPr lang="en-US" altLang="zh-CN"/>
              <a:t>java</a:t>
            </a:r>
            <a:r>
              <a:rPr lang="zh-CN" altLang="en-US"/>
              <a:t>学习，坚持刷题。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文本框 1"/>
          <p:cNvSpPr txBox="1"/>
          <p:nvPr/>
        </p:nvSpPr>
        <p:spPr>
          <a:xfrm>
            <a:off x="5657850" y="1052513"/>
            <a:ext cx="3582988" cy="477837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/>
          <a:lstStyle/>
          <a:p>
            <a:r>
              <a:rPr lang="zh-CN" altLang="en-US" sz="2800">
                <a:latin typeface="楷体" panose="02010609060101010101" charset="-122"/>
                <a:ea typeface="楷体" panose="02010609060101010101" charset="-122"/>
              </a:rPr>
              <a:t>产品经理：阏逢</a:t>
            </a:r>
            <a:r>
              <a:rPr lang="en-US" altLang="zh-CN" sz="2800">
                <a:latin typeface="楷体" panose="02010609060101010101" charset="-122"/>
                <a:ea typeface="楷体" panose="02010609060101010101" charset="-122"/>
              </a:rPr>
              <a:t>_093</a:t>
            </a:r>
          </a:p>
        </p:txBody>
      </p:sp>
      <p:pic>
        <p:nvPicPr>
          <p:cNvPr id="2051" name="图片 2" descr="CID761808_20251125013354"/>
          <p:cNvPicPr>
            <a:picLocks noChangeAspect="1"/>
          </p:cNvPicPr>
          <p:nvPr/>
        </p:nvPicPr>
        <p:blipFill>
          <a:blip r:embed="rId3"/>
          <a:srcRect r="15837" b="32806"/>
          <a:stretch>
            <a:fillRect/>
          </a:stretch>
        </p:blipFill>
        <p:spPr>
          <a:xfrm>
            <a:off x="2640013" y="1052513"/>
            <a:ext cx="1314450" cy="14811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2" name="文本框 4"/>
          <p:cNvSpPr txBox="1"/>
          <p:nvPr/>
        </p:nvSpPr>
        <p:spPr>
          <a:xfrm>
            <a:off x="4727575" y="1917700"/>
            <a:ext cx="5040313" cy="385763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/>
          <a:lstStyle/>
          <a:p>
            <a:r>
              <a:rPr lang="zh-CN" altLang="en-US" sz="1600">
                <a:latin typeface="楷体" panose="02010609060101010101" charset="-122"/>
                <a:ea typeface="楷体" panose="02010609060101010101" charset="-122"/>
              </a:rPr>
              <a:t>任务：地图的制作和材料的收集，代码开发</a:t>
            </a:r>
          </a:p>
        </p:txBody>
      </p:sp>
      <p:sp>
        <p:nvSpPr>
          <p:cNvPr id="2053" name="文本框 5"/>
          <p:cNvSpPr txBox="1"/>
          <p:nvPr/>
        </p:nvSpPr>
        <p:spPr>
          <a:xfrm>
            <a:off x="2546350" y="3500438"/>
            <a:ext cx="7099300" cy="82994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zh-CN" altLang="en-US" sz="1600">
                <a:latin typeface="楷体" panose="02010609060101010101" charset="-122"/>
                <a:ea typeface="楷体" panose="02010609060101010101" charset="-122"/>
              </a:rPr>
              <a:t>项目总结：在这一次项目中，我不仅运用了学过的知识，还提升了代码能力，</a:t>
            </a:r>
            <a:r>
              <a:rPr lang="en-US" altLang="zh-CN" sz="1600">
                <a:latin typeface="楷体" panose="02010609060101010101" charset="-122"/>
                <a:ea typeface="楷体" panose="02010609060101010101" charset="-122"/>
              </a:rPr>
              <a:t>    	</a:t>
            </a:r>
            <a:r>
              <a:rPr lang="zh-CN" altLang="en-US" sz="1600">
                <a:latin typeface="楷体" panose="02010609060101010101" charset="-122"/>
                <a:ea typeface="楷体" panose="02010609060101010101" charset="-122"/>
              </a:rPr>
              <a:t>更意识到自己的不足，受益匪浅。但囿于时间安排，很遗憾没有小</a:t>
            </a:r>
            <a:r>
              <a:rPr lang="en-US" altLang="zh-CN" sz="1600">
                <a:latin typeface="楷体" panose="02010609060101010101" charset="-122"/>
                <a:ea typeface="楷体" panose="02010609060101010101" charset="-122"/>
              </a:rPr>
              <a:t>	</a:t>
            </a:r>
            <a:r>
              <a:rPr lang="zh-CN" altLang="en-US" sz="1600">
                <a:latin typeface="楷体" panose="02010609060101010101" charset="-122"/>
                <a:ea typeface="楷体" panose="02010609060101010101" charset="-122"/>
              </a:rPr>
              <a:t>组项目出更多的力量</a:t>
            </a:r>
          </a:p>
        </p:txBody>
      </p:sp>
      <p:sp>
        <p:nvSpPr>
          <p:cNvPr id="2054" name="文本框 7"/>
          <p:cNvSpPr txBox="1"/>
          <p:nvPr/>
        </p:nvSpPr>
        <p:spPr>
          <a:xfrm>
            <a:off x="2546350" y="4724400"/>
            <a:ext cx="7532688" cy="58356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zh-CN" altLang="en-US" sz="1600">
                <a:latin typeface="楷体" panose="02010609060101010101" charset="-122"/>
                <a:ea typeface="楷体" panose="02010609060101010101" charset="-122"/>
              </a:rPr>
              <a:t>学习计划：将在c语音/c++的学习中更进一步，将数据结构学好，不断提升自己代</a:t>
            </a:r>
            <a:r>
              <a:rPr lang="en-US" altLang="zh-CN" sz="1600">
                <a:latin typeface="楷体" panose="02010609060101010101" charset="-122"/>
                <a:ea typeface="楷体" panose="02010609060101010101" charset="-122"/>
              </a:rPr>
              <a:t>		</a:t>
            </a:r>
            <a:r>
              <a:rPr lang="zh-CN" altLang="en-US" sz="1600">
                <a:latin typeface="楷体" panose="02010609060101010101" charset="-122"/>
                <a:ea typeface="楷体" panose="02010609060101010101" charset="-122"/>
              </a:rPr>
              <a:t>码能力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3105150" y="571499"/>
            <a:ext cx="4581525" cy="800101"/>
          </a:xfrm>
        </p:spPr>
        <p:txBody>
          <a:bodyPr>
            <a:normAutofit fontScale="90000"/>
          </a:bodyPr>
          <a:lstStyle/>
          <a:p>
            <a:r>
              <a:rPr lang="zh-CN" altLang="en-US" dirty="0">
                <a:solidFill>
                  <a:schemeClr val="bg1">
                    <a:lumMod val="85000"/>
                    <a:lumOff val="15000"/>
                  </a:schemeClr>
                </a:solidFill>
              </a:rPr>
              <a:t>技术官：无相欠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2385218" y="1491193"/>
            <a:ext cx="6021388" cy="800102"/>
          </a:xfrm>
        </p:spPr>
        <p:txBody>
          <a:bodyPr>
            <a:normAutofit fontScale="92500" lnSpcReduction="10000"/>
          </a:bodyPr>
          <a:lstStyle/>
          <a:p>
            <a:r>
              <a:rPr lang="zh-CN" altLang="en-US" dirty="0"/>
              <a:t>任务：设计架构 、代码开发 </a:t>
            </a:r>
            <a:r>
              <a:rPr lang="en-US" altLang="zh-CN" dirty="0"/>
              <a:t>….</a:t>
            </a:r>
          </a:p>
          <a:p>
            <a:r>
              <a:rPr lang="zh-CN" altLang="en-US" dirty="0"/>
              <a:t>负责游戏内：游戏界面  </a:t>
            </a:r>
            <a:r>
              <a:rPr lang="en-US" altLang="zh-CN" dirty="0"/>
              <a:t>….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1771650" y="2818030"/>
            <a:ext cx="75057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>
                    <a:lumMod val="85000"/>
                    <a:lumOff val="15000"/>
                  </a:schemeClr>
                </a:solidFill>
              </a:rPr>
              <a:t>项目总结：这次项目中，运用所学知识和编程能力 解决了一个又一个问</a:t>
            </a:r>
            <a:r>
              <a:rPr lang="en-US" altLang="zh-CN" dirty="0">
                <a:solidFill>
                  <a:schemeClr val="bg1">
                    <a:lumMod val="85000"/>
                    <a:lumOff val="15000"/>
                  </a:schemeClr>
                </a:solidFill>
              </a:rPr>
              <a:t>			   </a:t>
            </a:r>
            <a:r>
              <a:rPr lang="zh-CN" altLang="en-US" dirty="0">
                <a:solidFill>
                  <a:schemeClr val="bg1">
                    <a:lumMod val="85000"/>
                    <a:lumOff val="15000"/>
                  </a:schemeClr>
                </a:solidFill>
              </a:rPr>
              <a:t>题和组员们合作交流</a:t>
            </a:r>
            <a:r>
              <a:rPr lang="en-US" altLang="zh-CN" dirty="0">
                <a:solidFill>
                  <a:schemeClr val="bg1">
                    <a:lumMod val="85000"/>
                    <a:lumOff val="15000"/>
                  </a:schemeClr>
                </a:solidFill>
              </a:rPr>
              <a:t>,</a:t>
            </a:r>
            <a:r>
              <a:rPr lang="zh-CN" altLang="en-US" dirty="0">
                <a:solidFill>
                  <a:schemeClr val="bg1">
                    <a:lumMod val="85000"/>
                    <a:lumOff val="15000"/>
                  </a:schemeClr>
                </a:solidFill>
              </a:rPr>
              <a:t>把知识与实际结合；</a:t>
            </a:r>
            <a:endParaRPr lang="en-US" altLang="zh-CN" dirty="0">
              <a:solidFill>
                <a:schemeClr val="bg1">
                  <a:lumMod val="85000"/>
                  <a:lumOff val="15000"/>
                </a:schemeClr>
              </a:solidFill>
            </a:endParaRPr>
          </a:p>
          <a:p>
            <a:r>
              <a:rPr lang="en-US" altLang="zh-CN" dirty="0">
                <a:solidFill>
                  <a:schemeClr val="bg1">
                    <a:lumMod val="85000"/>
                    <a:lumOff val="15000"/>
                  </a:schemeClr>
                </a:solidFill>
              </a:rPr>
              <a:t>		</a:t>
            </a:r>
            <a:endParaRPr lang="zh-CN" altLang="en-US" dirty="0">
              <a:solidFill>
                <a:schemeClr val="bg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771649" y="3991096"/>
            <a:ext cx="7286625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r>
              <a:rPr lang="zh-CN" altLang="en-US" dirty="0">
                <a:solidFill>
                  <a:schemeClr val="bg1">
                    <a:lumMod val="85000"/>
                    <a:lumOff val="15000"/>
                  </a:schemeClr>
                </a:solidFill>
              </a:rPr>
              <a:t>学习计划：年前学完数据结构、 </a:t>
            </a:r>
            <a:r>
              <a:rPr lang="en-US" altLang="zh-CN" dirty="0">
                <a:solidFill>
                  <a:schemeClr val="bg1">
                    <a:lumMod val="85000"/>
                    <a:lumOff val="15000"/>
                  </a:schemeClr>
                </a:solidFill>
              </a:rPr>
              <a:t>java se</a:t>
            </a:r>
            <a:r>
              <a:rPr lang="zh-CN" altLang="en-US" dirty="0">
                <a:solidFill>
                  <a:schemeClr val="bg1">
                    <a:lumMod val="85000"/>
                    <a:lumOff val="15000"/>
                  </a:schemeClr>
                </a:solidFill>
              </a:rPr>
              <a:t>、</a:t>
            </a:r>
            <a:r>
              <a:rPr lang="en-US" altLang="zh-CN" dirty="0" err="1">
                <a:solidFill>
                  <a:schemeClr val="bg1">
                    <a:lumMod val="85000"/>
                    <a:lumOff val="15000"/>
                  </a:schemeClr>
                </a:solidFill>
              </a:rPr>
              <a:t>mysql</a:t>
            </a:r>
            <a:endParaRPr lang="zh-CN" altLang="en-US" dirty="0">
              <a:solidFill>
                <a:schemeClr val="bg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771649" y="5210175"/>
            <a:ext cx="6353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>
                    <a:lumMod val="85000"/>
                    <a:lumOff val="15000"/>
                  </a:schemeClr>
                </a:solidFill>
              </a:rPr>
              <a:t>第二次项目想法：用</a:t>
            </a:r>
            <a:r>
              <a:rPr lang="en-US" altLang="zh-CN" dirty="0">
                <a:solidFill>
                  <a:schemeClr val="bg1">
                    <a:lumMod val="85000"/>
                    <a:lumOff val="15000"/>
                  </a:schemeClr>
                </a:solidFill>
              </a:rPr>
              <a:t>java</a:t>
            </a:r>
            <a:r>
              <a:rPr lang="zh-CN" altLang="en-US" dirty="0">
                <a:solidFill>
                  <a:schemeClr val="bg1">
                    <a:lumMod val="85000"/>
                    <a:lumOff val="15000"/>
                  </a:schemeClr>
                </a:solidFill>
              </a:rPr>
              <a:t>做一个实用小软件</a:t>
            </a:r>
          </a:p>
        </p:txBody>
      </p:sp>
      <p:pic>
        <p:nvPicPr>
          <p:cNvPr id="13" name="图片 12" descr="卡通人物&#10;&#10;AI 生成的内容可能不正确。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4750" y="225952"/>
            <a:ext cx="2114550" cy="2291295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  <a:headEnd/>
            <a:tailEnd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6691639" y="593313"/>
            <a:ext cx="55003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latin typeface="+mn-ea"/>
              </a:rPr>
              <a:t>技术官：白的黑</a:t>
            </a:r>
          </a:p>
        </p:txBody>
      </p:sp>
      <p:pic>
        <p:nvPicPr>
          <p:cNvPr id="7" name="图片 6" descr="卡通人物&#10;&#10;AI 生成的内容可能不正确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520" y="581869"/>
            <a:ext cx="2956560" cy="2847131"/>
          </a:xfrm>
          <a:prstGeom prst="rect">
            <a:avLst/>
          </a:prstGeom>
          <a:effectLst>
            <a:softEdge rad="63500"/>
          </a:effectLst>
        </p:spPr>
      </p:pic>
      <p:sp>
        <p:nvSpPr>
          <p:cNvPr id="8" name="文本框 7"/>
          <p:cNvSpPr txBox="1"/>
          <p:nvPr/>
        </p:nvSpPr>
        <p:spPr>
          <a:xfrm>
            <a:off x="5102860" y="1719684"/>
            <a:ext cx="610362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latin typeface="+mn-ea"/>
              </a:rPr>
              <a:t>任务：负责移动和跳跃函数，负责音乐播放和音量调节函数。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5102860" y="2983881"/>
            <a:ext cx="70523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项目总结：通过本次项目，接触了许多上次项目没有使用的技术，同时意识到目前学习的基础仍然不够扎实，仍需要努力学习。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5102860" y="4650224"/>
            <a:ext cx="528066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学习计划：持续刷题和推进数据结构，多实战实操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" name="Rectangle 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640080" y="835357"/>
            <a:ext cx="3474720" cy="1326065"/>
          </a:xfrm>
        </p:spPr>
        <p:txBody>
          <a:bodyPr anchor="b">
            <a:normAutofit fontScale="90000"/>
            <a:scene3d>
              <a:camera prst="orthographicFront"/>
              <a:lightRig rig="threePt" dir="t"/>
            </a:scene3d>
            <a:sp3d contourW="12700">
              <a:contourClr>
                <a:schemeClr val="accent2"/>
              </a:contourClr>
            </a:sp3d>
          </a:bodyPr>
          <a:lstStyle/>
          <a:p>
            <a:r>
              <a:rPr lang="zh-CN" altLang="en-US" sz="5400">
                <a:latin typeface="Arial" panose="020B0604020202020204" pitchFamily="34" charset="0"/>
                <a:ea typeface="微软雅黑" panose="020B0503020204020204" charset="-122"/>
              </a:rPr>
              <a:t>技术官：</a:t>
            </a:r>
            <a:br>
              <a:rPr lang="en-US" altLang="zh-CN" sz="5400">
                <a:latin typeface="Arial" panose="020B0604020202020204" pitchFamily="34" charset="0"/>
                <a:ea typeface="微软雅黑" panose="020B0503020204020204" charset="-122"/>
              </a:rPr>
            </a:br>
            <a:r>
              <a:rPr lang="zh-CN" altLang="en-US" sz="5400">
                <a:latin typeface="Arial" panose="020B0604020202020204" pitchFamily="34" charset="0"/>
                <a:ea typeface="微软雅黑" panose="020B0503020204020204" charset="-122"/>
              </a:rPr>
              <a:t>望年</a:t>
            </a:r>
          </a:p>
        </p:txBody>
      </p:sp>
      <p:sp>
        <p:nvSpPr>
          <p:cNvPr id="4" name="sketchy line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副标题 2"/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zh-CN" sz="2200"/>
              <a:t>负责内容：</a:t>
            </a:r>
            <a:r>
              <a:rPr lang="en-US" sz="2000"/>
              <a:t>GameDraw(),ViewChoiceLevel()</a:t>
            </a:r>
            <a:endParaRPr lang="en-US" sz="2200"/>
          </a:p>
          <a:p>
            <a:pPr>
              <a:buFont typeface="Arial" panose="020B0604020202020204" pitchFamily="34" charset="0"/>
              <a:buChar char="•"/>
            </a:pPr>
            <a:r>
              <a:rPr lang="zh-CN" sz="2200"/>
              <a:t>收获：强化了</a:t>
            </a:r>
            <a:r>
              <a:rPr lang="en-US" sz="2200"/>
              <a:t>git</a:t>
            </a:r>
            <a:r>
              <a:rPr lang="zh-CN" sz="2200"/>
              <a:t>和</a:t>
            </a:r>
            <a:r>
              <a:rPr lang="en-US" sz="2200"/>
              <a:t>EasyX</a:t>
            </a:r>
            <a:r>
              <a:rPr lang="zh-CN" sz="2200"/>
              <a:t>的使用，提高绘图能力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sz="2200"/>
              <a:t>不足：项目开始前未做好充足准备，项目期间编码不细心，引起许多</a:t>
            </a:r>
            <a:r>
              <a:rPr lang="en-US" sz="2200"/>
              <a:t>bug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sz="2200"/>
              <a:t>学习计划</a:t>
            </a:r>
            <a:r>
              <a:rPr lang="en-US" sz="2200"/>
              <a:t>:</a:t>
            </a:r>
            <a:r>
              <a:rPr lang="zh-CN" sz="2000"/>
              <a:t>继续推进</a:t>
            </a:r>
            <a:r>
              <a:rPr lang="en-US" sz="2000"/>
              <a:t>java</a:t>
            </a:r>
            <a:r>
              <a:rPr lang="zh-CN" sz="2000"/>
              <a:t>和数据结构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/>
          </a:p>
          <a:p>
            <a:pPr marL="0" indent="0">
              <a:buFont typeface="Arial" panose="020B0604020202020204" pitchFamily="34" charset="0"/>
              <a:buNone/>
            </a:pPr>
            <a:endParaRPr lang="zh-CN" sz="2200"/>
          </a:p>
          <a:p>
            <a:pPr>
              <a:buFont typeface="Arial" panose="020B0604020202020204" pitchFamily="34" charset="0"/>
              <a:buChar char="•"/>
            </a:pPr>
            <a:endParaRPr lang="zh-CN" sz="2200"/>
          </a:p>
          <a:p>
            <a:pPr>
              <a:buFont typeface="Arial" panose="020B0604020202020204" pitchFamily="34" charset="0"/>
              <a:buChar char="•"/>
            </a:pPr>
            <a:endParaRPr lang="en-US" sz="2200"/>
          </a:p>
          <a:p>
            <a:pPr>
              <a:buFont typeface="Arial" panose="020B0604020202020204" pitchFamily="34" charset="0"/>
              <a:buChar char="•"/>
            </a:pPr>
            <a:endParaRPr lang="en-US" sz="2200"/>
          </a:p>
          <a:p>
            <a:pPr>
              <a:buFont typeface="Arial" panose="020B0604020202020204" pitchFamily="34" charset="0"/>
              <a:buChar char="•"/>
            </a:pPr>
            <a:endParaRPr lang="en-US" sz="2200"/>
          </a:p>
          <a:p>
            <a:pPr>
              <a:buFont typeface="Arial" panose="020B0604020202020204" pitchFamily="34" charset="0"/>
              <a:buChar char="•"/>
            </a:pPr>
            <a:endParaRPr lang="en-US" sz="2200"/>
          </a:p>
          <a:p>
            <a:pPr>
              <a:buFont typeface="Arial" panose="020B0604020202020204" pitchFamily="34" charset="0"/>
              <a:buChar char="•"/>
            </a:pPr>
            <a:endParaRPr lang="zh-CN" sz="2200"/>
          </a:p>
        </p:txBody>
      </p:sp>
      <p:pic>
        <p:nvPicPr>
          <p:cNvPr id="7" name="图片 6" descr="男人站在湖边的椅子上&#10;&#10;AI 生成的内容可能不正确。">
            <a:extLst>
              <a:ext uri="{FF2B5EF4-FFF2-40B4-BE49-F238E27FC236}">
                <a16:creationId xmlns:a16="http://schemas.microsoft.com/office/drawing/2014/main" id="{449E1B21-766D-136C-E5B3-9A29F264F8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2"/>
          <a:stretch>
            <a:fillRect/>
          </a:stretch>
        </p:blipFill>
        <p:spPr>
          <a:xfrm>
            <a:off x="5310167" y="-113211"/>
            <a:ext cx="6878785" cy="685800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5130459" y="769348"/>
            <a:ext cx="2430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Segoe UI Light" panose="020B0502040204020203" pitchFamily="34" charset="0"/>
                <a:ea typeface="微软雅黑 Light" panose="020B0502040204020203" pitchFamily="34" charset="-122"/>
              </a:rPr>
              <a:t>技术官：玲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2994813" y="1423764"/>
            <a:ext cx="6498991" cy="6689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Segoe UI Light" panose="020B0502040204020203" pitchFamily="34" charset="0"/>
                <a:ea typeface="微软雅黑 Light" panose="020B0502040204020203" pitchFamily="34" charset="-122"/>
              </a:rPr>
              <a:t>任务：架构设计、代码开发</a:t>
            </a:r>
            <a:endParaRPr lang="en-US" altLang="zh-CN" dirty="0">
              <a:latin typeface="Segoe UI Light" panose="020B0502040204020203" pitchFamily="34" charset="0"/>
              <a:ea typeface="微软雅黑 Light" panose="020B0502040204020203" pitchFamily="34" charset="-122"/>
            </a:endParaRPr>
          </a:p>
          <a:p>
            <a:r>
              <a:rPr lang="zh-CN" altLang="en-US" dirty="0">
                <a:latin typeface="Segoe UI Light" panose="020B0502040204020203" pitchFamily="34" charset="0"/>
                <a:ea typeface="微软雅黑 Light" panose="020B0502040204020203" pitchFamily="34" charset="-122"/>
              </a:rPr>
              <a:t>负责游戏内：游戏初始化，设置界面，鼠标点击检测</a:t>
            </a:r>
            <a:r>
              <a:rPr lang="en-US" altLang="zh-CN" dirty="0">
                <a:latin typeface="Segoe UI Light" panose="020B0502040204020203" pitchFamily="34" charset="0"/>
                <a:ea typeface="微软雅黑 Light" panose="020B0502040204020203" pitchFamily="34" charset="-122"/>
              </a:rPr>
              <a:t>......</a:t>
            </a:r>
            <a:endParaRPr lang="zh-CN" altLang="en-US" dirty="0">
              <a:latin typeface="Segoe UI Light" panose="020B0502040204020203" pitchFamily="34" charset="0"/>
              <a:ea typeface="微软雅黑 Light" panose="020B0502040204020203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251930" y="2497723"/>
            <a:ext cx="940788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Segoe UI Light" panose="020B0502040204020203" pitchFamily="34" charset="0"/>
                <a:ea typeface="微软雅黑 Light" panose="020B0502040204020203" pitchFamily="34" charset="-122"/>
              </a:rPr>
              <a:t>项目总结：通过这次项目巩固了</a:t>
            </a:r>
            <a:r>
              <a:rPr lang="en-US" altLang="zh-CN" dirty="0" err="1">
                <a:latin typeface="Segoe UI Light" panose="020B0502040204020203" pitchFamily="34" charset="0"/>
                <a:ea typeface="微软雅黑 Light" panose="020B0502040204020203" pitchFamily="34" charset="-122"/>
              </a:rPr>
              <a:t>Easyx</a:t>
            </a:r>
            <a:r>
              <a:rPr lang="zh-CN" altLang="en-US" dirty="0">
                <a:latin typeface="Segoe UI Light" panose="020B0502040204020203" pitchFamily="34" charset="0"/>
                <a:ea typeface="微软雅黑 Light" panose="020B0502040204020203" pitchFamily="34" charset="-122"/>
              </a:rPr>
              <a:t>的绘制技术；提升了编码能力，学会了新的调试方法，提升了解决</a:t>
            </a:r>
            <a:r>
              <a:rPr lang="en-US" altLang="zh-CN" dirty="0">
                <a:latin typeface="Segoe UI Light" panose="020B0502040204020203" pitchFamily="34" charset="0"/>
                <a:ea typeface="微软雅黑 Light" panose="020B0502040204020203" pitchFamily="34" charset="-122"/>
              </a:rPr>
              <a:t>bug</a:t>
            </a:r>
            <a:r>
              <a:rPr lang="zh-CN" altLang="en-US" dirty="0">
                <a:latin typeface="Segoe UI Light" panose="020B0502040204020203" pitchFamily="34" charset="0"/>
                <a:ea typeface="微软雅黑 Light" panose="020B0502040204020203" pitchFamily="34" charset="-122"/>
              </a:rPr>
              <a:t>的能力；加强了团队协作能力，意识到了自己的不足之处</a:t>
            </a:r>
            <a:r>
              <a:rPr lang="en-US" altLang="zh-CN" dirty="0">
                <a:latin typeface="Segoe UI Light" panose="020B0502040204020203" pitchFamily="34" charset="0"/>
                <a:ea typeface="微软雅黑 Light" panose="020B0502040204020203" pitchFamily="34" charset="-122"/>
              </a:rPr>
              <a:t>;</a:t>
            </a:r>
            <a:r>
              <a:rPr lang="zh-CN" altLang="en-US" dirty="0">
                <a:latin typeface="Segoe UI Light" panose="020B0502040204020203" pitchFamily="34" charset="0"/>
                <a:ea typeface="微软雅黑 Light" panose="020B0502040204020203" pitchFamily="34" charset="-122"/>
              </a:rPr>
              <a:t>学习并掌握了</a:t>
            </a:r>
            <a:r>
              <a:rPr lang="en-US" altLang="zh-CN" dirty="0">
                <a:latin typeface="Segoe UI Light" panose="020B0502040204020203" pitchFamily="34" charset="0"/>
                <a:ea typeface="微软雅黑 Light" panose="020B0502040204020203" pitchFamily="34" charset="-122"/>
              </a:rPr>
              <a:t>git</a:t>
            </a:r>
            <a:r>
              <a:rPr lang="zh-CN" altLang="en-US" dirty="0">
                <a:latin typeface="Segoe UI Light" panose="020B0502040204020203" pitchFamily="34" charset="0"/>
                <a:ea typeface="微软雅黑 Light" panose="020B0502040204020203" pitchFamily="34" charset="-122"/>
              </a:rPr>
              <a:t>的使用</a:t>
            </a:r>
            <a:endParaRPr lang="en-US" altLang="zh-CN" dirty="0">
              <a:latin typeface="Segoe UI Light" panose="020B0502040204020203" pitchFamily="34" charset="0"/>
              <a:ea typeface="微软雅黑 Light" panose="020B0502040204020203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270341" y="3890803"/>
            <a:ext cx="93894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Segoe UI Light" panose="020B0502040204020203" pitchFamily="34" charset="0"/>
                <a:ea typeface="微软雅黑 Light" panose="020B0502040204020203" pitchFamily="34" charset="-122"/>
              </a:rPr>
              <a:t>学习计划：继续学习数据结构；把</a:t>
            </a:r>
            <a:r>
              <a:rPr lang="en-US" altLang="zh-CN" dirty="0" err="1">
                <a:latin typeface="Segoe UI Light" panose="020B0502040204020203" pitchFamily="34" charset="0"/>
                <a:ea typeface="微软雅黑 Light" panose="020B0502040204020203" pitchFamily="34" charset="-122"/>
              </a:rPr>
              <a:t>c++</a:t>
            </a:r>
            <a:r>
              <a:rPr lang="en-US" altLang="zh-CN" dirty="0">
                <a:latin typeface="Segoe UI Light" panose="020B0502040204020203" pitchFamily="34" charset="0"/>
                <a:ea typeface="微软雅黑 Light" panose="020B0502040204020203" pitchFamily="34" charset="-122"/>
              </a:rPr>
              <a:t>STL</a:t>
            </a:r>
            <a:r>
              <a:rPr lang="zh-CN" altLang="en-US" dirty="0">
                <a:latin typeface="Segoe UI Light" panose="020B0502040204020203" pitchFamily="34" charset="0"/>
                <a:ea typeface="微软雅黑 Light" panose="020B0502040204020203" pitchFamily="34" charset="-122"/>
              </a:rPr>
              <a:t>的部分学完；通过在洛谷刷题来理解并巩固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1337847" y="4719286"/>
            <a:ext cx="85671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Segoe UI Light" panose="020B0502040204020203" pitchFamily="34" charset="0"/>
                <a:ea typeface="微软雅黑 Light" panose="020B0502040204020203" pitchFamily="34" charset="-122"/>
              </a:rPr>
              <a:t>项目不足之处：没有更多的扩展；视觉反馈不足；细节不够完善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0341" y="586586"/>
            <a:ext cx="1171639" cy="117163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标题 3073"/>
          <p:cNvSpPr>
            <a:spLocks noGrp="1" noChangeArrowheads="1"/>
          </p:cNvSpPr>
          <p:nvPr>
            <p:ph type="ctrTitle"/>
          </p:nvPr>
        </p:nvSpPr>
        <p:spPr>
          <a:xfrm>
            <a:off x="4440555" y="1052830"/>
            <a:ext cx="4664710" cy="485775"/>
          </a:xfrm>
        </p:spPr>
        <p:txBody>
          <a:bodyPr anchor="ctr"/>
          <a:lstStyle/>
          <a:p>
            <a:pPr eaLnBrk="1" hangingPunct="1"/>
            <a:r>
              <a:rPr lang="zh-CN" altLang="zh-CN" sz="3200"/>
              <a:t>产品经理：</a:t>
            </a:r>
            <a:r>
              <a:rPr lang="zh-CN" altLang="zh-CN" sz="3200">
                <a:latin typeface="华文中宋" panose="02010600040101010101" pitchFamily="2" charset="-122"/>
                <a:ea typeface="华文中宋" panose="02010600040101010101" pitchFamily="2" charset="-122"/>
              </a:rPr>
              <a:t>清绪</a:t>
            </a:r>
          </a:p>
        </p:txBody>
      </p:sp>
      <p:sp>
        <p:nvSpPr>
          <p:cNvPr id="2051" name="副标题 3074"/>
          <p:cNvSpPr>
            <a:spLocks noGrp="1" noChangeArrowheads="1"/>
          </p:cNvSpPr>
          <p:nvPr>
            <p:ph type="subTitle" idx="1"/>
          </p:nvPr>
        </p:nvSpPr>
        <p:spPr>
          <a:xfrm>
            <a:off x="3422015" y="1917700"/>
            <a:ext cx="7768590" cy="949960"/>
          </a:xfrm>
        </p:spPr>
        <p:txBody>
          <a:bodyPr/>
          <a:lstStyle/>
          <a:p>
            <a:pPr eaLnBrk="1" hangingPunct="1"/>
            <a:r>
              <a:rPr lang="zh-CN" altLang="zh-CN" sz="3200">
                <a:latin typeface="宋体" panose="02010600030101010101" pitchFamily="2" charset="-122"/>
                <a:ea typeface="宋体" panose="02010600030101010101" pitchFamily="2" charset="-122"/>
              </a:rPr>
              <a:t>负责任务</a:t>
            </a:r>
            <a:r>
              <a:rPr lang="en-US" altLang="zh-CN" sz="3200"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  <a:r>
              <a:rPr lang="zh-CN" altLang="en-US" sz="3200">
                <a:latin typeface="宋体" panose="02010600030101010101" pitchFamily="2" charset="-122"/>
                <a:ea typeface="宋体" panose="02010600030101010101" pitchFamily="2" charset="-122"/>
              </a:rPr>
              <a:t>菜单界面，介绍界面，尖刺开发</a:t>
            </a:r>
          </a:p>
        </p:txBody>
      </p:sp>
      <p:pic>
        <p:nvPicPr>
          <p:cNvPr id="2052" name="图片 1" descr="屏幕截图 2025-07-19 17334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6324" y="496570"/>
            <a:ext cx="2160587" cy="2171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3" name="文本框 3"/>
          <p:cNvSpPr txBox="1">
            <a:spLocks noChangeArrowheads="1"/>
          </p:cNvSpPr>
          <p:nvPr/>
        </p:nvSpPr>
        <p:spPr bwMode="auto">
          <a:xfrm>
            <a:off x="1652905" y="2668270"/>
            <a:ext cx="8935720" cy="39693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solidFill>
                  <a:srgbClr val="000000"/>
                </a:solidFill>
              </a:rPr>
              <a:t>收获：</a:t>
            </a:r>
            <a:r>
              <a:rPr lang="zh-CN" altLang="en-US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懂得听踏实传授经验的人的话和知识，努力接收，不当反骨仔。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华文中宋" panose="0201060004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          </a:t>
            </a:r>
            <a:r>
              <a:rPr lang="zh-CN" altLang="en-US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我避难趋易和急于求成，认识到要沉下心，不着急，时间很多，容错率很高。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华文中宋" panose="0201060004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          </a:t>
            </a:r>
            <a:endParaRPr lang="zh-CN" altLang="en-US">
              <a:solidFill>
                <a:srgbClr val="000000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华文中宋" panose="0201060004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r>
              <a:rPr lang="en-US" altLang="zh-CN">
                <a:solidFill>
                  <a:srgbClr val="000000"/>
                </a:solidFill>
              </a:rPr>
              <a:t>          </a:t>
            </a:r>
            <a:r>
              <a:rPr lang="zh-CN" altLang="en-US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开始不是成功，而是拒绝停滞与遗憾的第一步，不偏执地追求确定性。</a:t>
            </a:r>
            <a:endParaRPr lang="zh-CN" altLang="en-US">
              <a:solidFill>
                <a:srgbClr val="000000"/>
              </a:solidFill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solidFill>
                  <a:srgbClr val="000000"/>
                </a:solidFill>
              </a:rPr>
              <a:t>不足</a:t>
            </a:r>
            <a:r>
              <a:rPr lang="zh-CN" altLang="en-US">
                <a:solidFill>
                  <a:srgbClr val="000000"/>
                </a:solidFill>
                <a:latin typeface="宋体" panose="02010600030101010101" pitchFamily="2" charset="-122"/>
              </a:rPr>
              <a:t>：</a:t>
            </a:r>
            <a:r>
              <a:rPr lang="zh-CN" altLang="en-US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实力不济，敲代码速度慢。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华文中宋" panose="0201060004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           </a:t>
            </a:r>
            <a:r>
              <a:rPr lang="zh-CN" altLang="en-US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避难趋易，急于求成，专注能力不足，容易被琐事影响，被自己的心影响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华文中宋" panose="0201060004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solidFill>
                  <a:srgbClr val="000000"/>
                </a:solidFill>
                <a:latin typeface="宋体" panose="02010600030101010101" pitchFamily="2" charset="-122"/>
                <a:cs typeface="华文中宋" panose="02010600040101010101" pitchFamily="2" charset="-122"/>
              </a:rPr>
              <a:t>比上次做的好的地方</a:t>
            </a:r>
            <a:r>
              <a:rPr lang="zh-CN" altLang="en-US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：内耗减少很多，认识到很多问题之后精准找到了解决方案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>
              <a:solidFill>
                <a:srgbClr val="000000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华文中宋" panose="0201060004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364105" y="3977640"/>
            <a:ext cx="88265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  <a:sym typeface="+mn-ea"/>
              </a:rPr>
              <a:t>宏大的理想无法改变现实，但微小的选择可以。踏实放心地做事，不会比任何一</a:t>
            </a:r>
            <a:r>
              <a:rPr lang="en-US" altLang="zh-CN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  <a:sym typeface="+mn-ea"/>
              </a:rPr>
              <a:t>                              </a:t>
            </a:r>
            <a:r>
              <a:rPr lang="zh-CN" altLang="en-US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  <a:sym typeface="+mn-ea"/>
              </a:rPr>
              <a:t>刻要差，点点滴滴积累起来的才是幸福。</a:t>
            </a:r>
            <a:endParaRPr lang="zh-CN" altLang="en-US">
              <a:solidFill>
                <a:srgbClr val="000000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华文中宋" panose="02010600040101010101" pitchFamily="2" charset="-122"/>
            </a:endParaRPr>
          </a:p>
          <a:p>
            <a:endParaRPr lang="zh-CN" altLang="en-US">
              <a:latin typeface="华文中宋" panose="02010600040101010101" pitchFamily="2" charset="-122"/>
              <a:ea typeface="华文中宋" panose="02010600040101010101" pitchFamily="2" charset="-122"/>
              <a:cs typeface="华文中宋" panose="02010600040101010101" pitchFamily="2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93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11-20:17:34-d3l4lngs8jdo4os5env0.png"/>
          <p:cNvPicPr>
            <a:picLocks noChangeAspect="1"/>
          </p:cNvPicPr>
          <p:nvPr/>
        </p:nvPicPr>
        <p:blipFill>
          <a:blip r:embed="rId4"/>
          <a:srcRect l="1285" r="1285"/>
          <a:stretch>
            <a:fillRect/>
          </a:stretch>
        </p:blipFill>
        <p:spPr>
          <a:xfrm>
            <a:off x="0" y="0"/>
            <a:ext cx="12192635" cy="684466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58900" y="3599180"/>
            <a:ext cx="9475470" cy="68834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项目总结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 1"/>
          <p:cNvSpPr/>
          <p:nvPr/>
        </p:nvSpPr>
        <p:spPr>
          <a:xfrm>
            <a:off x="4684395" y="2165350"/>
            <a:ext cx="2824480" cy="143383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600" b="0" i="0" u="none" strike="noStrike" kern="1200" cap="none" spc="0" normalizeH="0" baseline="0" noProof="0" dirty="0">
                <a:ln>
                  <a:noFill/>
                </a:ln>
                <a:solidFill>
                  <a:srgbClr val="2142EF"/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0</a:t>
            </a:r>
            <a:r>
              <a:rPr lang="en-US" sz="9600" dirty="0">
                <a:solidFill>
                  <a:srgbClr val="2142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hape 2"/>
          <p:cNvSpPr/>
          <p:nvPr/>
        </p:nvSpPr>
        <p:spPr>
          <a:xfrm>
            <a:off x="3863975" y="2806065"/>
            <a:ext cx="1303655" cy="414655"/>
          </a:xfrm>
          <a:custGeom>
            <a:avLst/>
            <a:gdLst/>
            <a:ahLst/>
            <a:cxnLst/>
            <a:rect l="l" t="t" r="r" b="b"/>
            <a:pathLst>
              <a:path w="1303655" h="414655">
                <a:moveTo>
                  <a:pt x="286093" y="206786"/>
                </a:moveTo>
                <a:lnTo>
                  <a:pt x="80589" y="-150"/>
                </a:lnTo>
                <a:lnTo>
                  <a:pt x="-1448" y="82538"/>
                </a:lnTo>
                <a:lnTo>
                  <a:pt x="64310" y="148778"/>
                </a:lnTo>
                <a:lnTo>
                  <a:pt x="116498" y="207257"/>
                </a:lnTo>
                <a:lnTo>
                  <a:pt x="64310" y="265717"/>
                </a:lnTo>
                <a:lnTo>
                  <a:pt x="-1448" y="331958"/>
                </a:lnTo>
                <a:lnTo>
                  <a:pt x="80589" y="414655"/>
                </a:lnTo>
                <a:lnTo>
                  <a:pt x="286093" y="207719"/>
                </a:lnTo>
                <a:lnTo>
                  <a:pt x="285640" y="207248"/>
                </a:lnTo>
                <a:close/>
                <a:moveTo>
                  <a:pt x="625280" y="206786"/>
                </a:moveTo>
                <a:lnTo>
                  <a:pt x="419777" y="-150"/>
                </a:lnTo>
                <a:lnTo>
                  <a:pt x="337739" y="82538"/>
                </a:lnTo>
                <a:lnTo>
                  <a:pt x="403497" y="148778"/>
                </a:lnTo>
                <a:lnTo>
                  <a:pt x="455597" y="207257"/>
                </a:lnTo>
                <a:lnTo>
                  <a:pt x="403497" y="265717"/>
                </a:lnTo>
                <a:lnTo>
                  <a:pt x="337739" y="331958"/>
                </a:lnTo>
                <a:lnTo>
                  <a:pt x="419777" y="414655"/>
                </a:lnTo>
                <a:lnTo>
                  <a:pt x="625280" y="207719"/>
                </a:lnTo>
                <a:lnTo>
                  <a:pt x="624827" y="207248"/>
                </a:lnTo>
                <a:close/>
                <a:moveTo>
                  <a:pt x="964468" y="206786"/>
                </a:moveTo>
                <a:lnTo>
                  <a:pt x="758964" y="-150"/>
                </a:lnTo>
                <a:lnTo>
                  <a:pt x="676836" y="82538"/>
                </a:lnTo>
                <a:lnTo>
                  <a:pt x="742685" y="148778"/>
                </a:lnTo>
                <a:lnTo>
                  <a:pt x="794784" y="207257"/>
                </a:lnTo>
                <a:lnTo>
                  <a:pt x="742685" y="265717"/>
                </a:lnTo>
                <a:lnTo>
                  <a:pt x="676836" y="331958"/>
                </a:lnTo>
                <a:lnTo>
                  <a:pt x="758964" y="414655"/>
                </a:lnTo>
                <a:lnTo>
                  <a:pt x="964468" y="207719"/>
                </a:lnTo>
                <a:lnTo>
                  <a:pt x="964015" y="207248"/>
                </a:lnTo>
                <a:close/>
                <a:moveTo>
                  <a:pt x="1303655" y="206786"/>
                </a:moveTo>
                <a:lnTo>
                  <a:pt x="1098151" y="-150"/>
                </a:lnTo>
                <a:lnTo>
                  <a:pt x="1016024" y="82538"/>
                </a:lnTo>
                <a:lnTo>
                  <a:pt x="1081781" y="148778"/>
                </a:lnTo>
                <a:lnTo>
                  <a:pt x="1133970" y="207257"/>
                </a:lnTo>
                <a:lnTo>
                  <a:pt x="1081781" y="265717"/>
                </a:lnTo>
                <a:lnTo>
                  <a:pt x="1016024" y="331958"/>
                </a:lnTo>
                <a:lnTo>
                  <a:pt x="1098151" y="414655"/>
                </a:lnTo>
                <a:lnTo>
                  <a:pt x="1303655" y="207719"/>
                </a:lnTo>
                <a:lnTo>
                  <a:pt x="1303111" y="207248"/>
                </a:lnTo>
                <a:close/>
              </a:path>
            </a:pathLst>
          </a:custGeom>
          <a:solidFill>
            <a:srgbClr val="2142EF"/>
          </a:solid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Text 3"/>
          <p:cNvSpPr/>
          <p:nvPr/>
        </p:nvSpPr>
        <p:spPr>
          <a:xfrm>
            <a:off x="3863975" y="2806065"/>
            <a:ext cx="1303655" cy="41465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hape 4"/>
          <p:cNvSpPr/>
          <p:nvPr/>
        </p:nvSpPr>
        <p:spPr>
          <a:xfrm flipH="1">
            <a:off x="6957060" y="2806065"/>
            <a:ext cx="1303655" cy="414655"/>
          </a:xfrm>
          <a:custGeom>
            <a:avLst/>
            <a:gdLst/>
            <a:ahLst/>
            <a:cxnLst/>
            <a:rect l="l" t="t" r="r" b="b"/>
            <a:pathLst>
              <a:path w="1303655" h="414655">
                <a:moveTo>
                  <a:pt x="286093" y="206786"/>
                </a:moveTo>
                <a:lnTo>
                  <a:pt x="80589" y="-150"/>
                </a:lnTo>
                <a:lnTo>
                  <a:pt x="-1448" y="82538"/>
                </a:lnTo>
                <a:lnTo>
                  <a:pt x="64310" y="148778"/>
                </a:lnTo>
                <a:lnTo>
                  <a:pt x="116498" y="207257"/>
                </a:lnTo>
                <a:lnTo>
                  <a:pt x="64310" y="265717"/>
                </a:lnTo>
                <a:lnTo>
                  <a:pt x="-1448" y="331958"/>
                </a:lnTo>
                <a:lnTo>
                  <a:pt x="80589" y="414655"/>
                </a:lnTo>
                <a:lnTo>
                  <a:pt x="286093" y="207719"/>
                </a:lnTo>
                <a:lnTo>
                  <a:pt x="285640" y="207248"/>
                </a:lnTo>
                <a:close/>
                <a:moveTo>
                  <a:pt x="625280" y="206786"/>
                </a:moveTo>
                <a:lnTo>
                  <a:pt x="419777" y="-150"/>
                </a:lnTo>
                <a:lnTo>
                  <a:pt x="337739" y="82538"/>
                </a:lnTo>
                <a:lnTo>
                  <a:pt x="403497" y="148778"/>
                </a:lnTo>
                <a:lnTo>
                  <a:pt x="455597" y="207257"/>
                </a:lnTo>
                <a:lnTo>
                  <a:pt x="403497" y="265717"/>
                </a:lnTo>
                <a:lnTo>
                  <a:pt x="337739" y="331958"/>
                </a:lnTo>
                <a:lnTo>
                  <a:pt x="419777" y="414655"/>
                </a:lnTo>
                <a:lnTo>
                  <a:pt x="625280" y="207719"/>
                </a:lnTo>
                <a:lnTo>
                  <a:pt x="624827" y="207248"/>
                </a:lnTo>
                <a:close/>
                <a:moveTo>
                  <a:pt x="964468" y="206786"/>
                </a:moveTo>
                <a:lnTo>
                  <a:pt x="758964" y="-150"/>
                </a:lnTo>
                <a:lnTo>
                  <a:pt x="676836" y="82538"/>
                </a:lnTo>
                <a:lnTo>
                  <a:pt x="742685" y="148778"/>
                </a:lnTo>
                <a:lnTo>
                  <a:pt x="794784" y="207257"/>
                </a:lnTo>
                <a:lnTo>
                  <a:pt x="742685" y="265717"/>
                </a:lnTo>
                <a:lnTo>
                  <a:pt x="676836" y="331958"/>
                </a:lnTo>
                <a:lnTo>
                  <a:pt x="758964" y="414655"/>
                </a:lnTo>
                <a:lnTo>
                  <a:pt x="964468" y="207719"/>
                </a:lnTo>
                <a:lnTo>
                  <a:pt x="964015" y="207248"/>
                </a:lnTo>
                <a:close/>
                <a:moveTo>
                  <a:pt x="1303655" y="206786"/>
                </a:moveTo>
                <a:lnTo>
                  <a:pt x="1098151" y="-150"/>
                </a:lnTo>
                <a:lnTo>
                  <a:pt x="1016024" y="82538"/>
                </a:lnTo>
                <a:lnTo>
                  <a:pt x="1081781" y="148778"/>
                </a:lnTo>
                <a:lnTo>
                  <a:pt x="1133970" y="207257"/>
                </a:lnTo>
                <a:lnTo>
                  <a:pt x="1081781" y="265717"/>
                </a:lnTo>
                <a:lnTo>
                  <a:pt x="1016024" y="331958"/>
                </a:lnTo>
                <a:lnTo>
                  <a:pt x="1098151" y="414655"/>
                </a:lnTo>
                <a:lnTo>
                  <a:pt x="1303655" y="207719"/>
                </a:lnTo>
                <a:lnTo>
                  <a:pt x="1303111" y="207248"/>
                </a:lnTo>
                <a:close/>
              </a:path>
            </a:pathLst>
          </a:custGeom>
          <a:solidFill>
            <a:srgbClr val="2142EF"/>
          </a:solid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" name="Text 5"/>
          <p:cNvSpPr/>
          <p:nvPr/>
        </p:nvSpPr>
        <p:spPr>
          <a:xfrm>
            <a:off x="6957060" y="2806065"/>
            <a:ext cx="1303655" cy="41465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Shape 6"/>
          <p:cNvSpPr/>
          <p:nvPr/>
        </p:nvSpPr>
        <p:spPr>
          <a:xfrm>
            <a:off x="690545" y="2082764"/>
            <a:ext cx="1141923" cy="723293"/>
          </a:xfrm>
          <a:custGeom>
            <a:avLst/>
            <a:gdLst/>
            <a:ahLst/>
            <a:cxnLst/>
            <a:rect l="l" t="t" r="r" b="b"/>
            <a:pathLst>
              <a:path w="1141923" h="723293">
                <a:moveTo>
                  <a:pt x="50838" y="25788"/>
                </a:moveTo>
                <a:cubicBezTo>
                  <a:pt x="50838" y="40086"/>
                  <a:pt x="39239" y="51676"/>
                  <a:pt x="24931" y="51676"/>
                </a:cubicBezTo>
                <a:cubicBezTo>
                  <a:pt x="10623" y="51676"/>
                  <a:pt x="-976" y="40086"/>
                  <a:pt x="-976" y="25788"/>
                </a:cubicBezTo>
                <a:cubicBezTo>
                  <a:pt x="-976" y="11490"/>
                  <a:pt x="10623" y="-101"/>
                  <a:pt x="24931" y="-101"/>
                </a:cubicBezTo>
                <a:cubicBezTo>
                  <a:pt x="39233" y="-108"/>
                  <a:pt x="50831" y="11473"/>
                  <a:pt x="50838" y="25763"/>
                </a:cubicBezTo>
                <a:cubicBezTo>
                  <a:pt x="50838" y="25772"/>
                  <a:pt x="50838" y="25780"/>
                  <a:pt x="50838" y="25788"/>
                </a:cubicBezTo>
                <a:close/>
                <a:moveTo>
                  <a:pt x="269068" y="25788"/>
                </a:moveTo>
                <a:cubicBezTo>
                  <a:pt x="269068" y="40086"/>
                  <a:pt x="257469" y="51676"/>
                  <a:pt x="243160" y="51676"/>
                </a:cubicBezTo>
                <a:cubicBezTo>
                  <a:pt x="228853" y="51676"/>
                  <a:pt x="217253" y="40086"/>
                  <a:pt x="217253" y="25788"/>
                </a:cubicBezTo>
                <a:cubicBezTo>
                  <a:pt x="217253" y="11490"/>
                  <a:pt x="228853" y="-101"/>
                  <a:pt x="243160" y="-101"/>
                </a:cubicBezTo>
                <a:cubicBezTo>
                  <a:pt x="257461" y="-84"/>
                  <a:pt x="269051" y="11497"/>
                  <a:pt x="269068" y="25788"/>
                </a:cubicBezTo>
                <a:close/>
                <a:moveTo>
                  <a:pt x="487237" y="25788"/>
                </a:moveTo>
                <a:cubicBezTo>
                  <a:pt x="487237" y="40086"/>
                  <a:pt x="475637" y="51676"/>
                  <a:pt x="461329" y="51676"/>
                </a:cubicBezTo>
                <a:cubicBezTo>
                  <a:pt x="447021" y="51676"/>
                  <a:pt x="435422" y="40086"/>
                  <a:pt x="435422" y="25788"/>
                </a:cubicBezTo>
                <a:cubicBezTo>
                  <a:pt x="435422" y="11490"/>
                  <a:pt x="447021" y="-101"/>
                  <a:pt x="461329" y="-101"/>
                </a:cubicBezTo>
                <a:cubicBezTo>
                  <a:pt x="475631" y="-108"/>
                  <a:pt x="487229" y="11473"/>
                  <a:pt x="487237" y="25763"/>
                </a:cubicBezTo>
                <a:cubicBezTo>
                  <a:pt x="487237" y="25772"/>
                  <a:pt x="487237" y="25780"/>
                  <a:pt x="487237" y="25788"/>
                </a:cubicBezTo>
                <a:close/>
                <a:moveTo>
                  <a:pt x="705466" y="25788"/>
                </a:moveTo>
                <a:cubicBezTo>
                  <a:pt x="705466" y="40086"/>
                  <a:pt x="693867" y="51676"/>
                  <a:pt x="679559" y="51676"/>
                </a:cubicBezTo>
                <a:cubicBezTo>
                  <a:pt x="665250" y="51676"/>
                  <a:pt x="653652" y="40086"/>
                  <a:pt x="653652" y="25788"/>
                </a:cubicBezTo>
                <a:cubicBezTo>
                  <a:pt x="653652" y="11490"/>
                  <a:pt x="665250" y="-101"/>
                  <a:pt x="679559" y="-101"/>
                </a:cubicBezTo>
                <a:cubicBezTo>
                  <a:pt x="693861" y="-108"/>
                  <a:pt x="705458" y="11473"/>
                  <a:pt x="705466" y="25763"/>
                </a:cubicBezTo>
                <a:cubicBezTo>
                  <a:pt x="705466" y="25772"/>
                  <a:pt x="705466" y="25780"/>
                  <a:pt x="705466" y="25788"/>
                </a:cubicBezTo>
                <a:close/>
                <a:moveTo>
                  <a:pt x="923695" y="25788"/>
                </a:moveTo>
                <a:cubicBezTo>
                  <a:pt x="923695" y="40086"/>
                  <a:pt x="912096" y="51676"/>
                  <a:pt x="897788" y="51676"/>
                </a:cubicBezTo>
                <a:cubicBezTo>
                  <a:pt x="883481" y="51676"/>
                  <a:pt x="871881" y="40086"/>
                  <a:pt x="871881" y="25788"/>
                </a:cubicBezTo>
                <a:cubicBezTo>
                  <a:pt x="871881" y="11490"/>
                  <a:pt x="883481" y="-101"/>
                  <a:pt x="897788" y="-101"/>
                </a:cubicBezTo>
                <a:cubicBezTo>
                  <a:pt x="912090" y="-108"/>
                  <a:pt x="923688" y="11473"/>
                  <a:pt x="923695" y="25763"/>
                </a:cubicBezTo>
                <a:cubicBezTo>
                  <a:pt x="923695" y="25772"/>
                  <a:pt x="923695" y="25780"/>
                  <a:pt x="923695" y="25788"/>
                </a:cubicBezTo>
                <a:close/>
                <a:moveTo>
                  <a:pt x="1141923" y="25788"/>
                </a:moveTo>
                <a:cubicBezTo>
                  <a:pt x="1141923" y="40086"/>
                  <a:pt x="1130324" y="51676"/>
                  <a:pt x="1116016" y="51676"/>
                </a:cubicBezTo>
                <a:cubicBezTo>
                  <a:pt x="1101708" y="51676"/>
                  <a:pt x="1090109" y="40086"/>
                  <a:pt x="1090109" y="25788"/>
                </a:cubicBezTo>
                <a:cubicBezTo>
                  <a:pt x="1090109" y="11490"/>
                  <a:pt x="1101708" y="-101"/>
                  <a:pt x="1116016" y="-101"/>
                </a:cubicBezTo>
                <a:cubicBezTo>
                  <a:pt x="1130316" y="-84"/>
                  <a:pt x="1141907" y="11497"/>
                  <a:pt x="1141923" y="25788"/>
                </a:cubicBezTo>
                <a:close/>
                <a:moveTo>
                  <a:pt x="50838" y="193692"/>
                </a:moveTo>
                <a:cubicBezTo>
                  <a:pt x="50838" y="207990"/>
                  <a:pt x="39239" y="219580"/>
                  <a:pt x="24931" y="219580"/>
                </a:cubicBezTo>
                <a:cubicBezTo>
                  <a:pt x="10623" y="219580"/>
                  <a:pt x="-976" y="207990"/>
                  <a:pt x="-976" y="193692"/>
                </a:cubicBezTo>
                <a:cubicBezTo>
                  <a:pt x="-976" y="179394"/>
                  <a:pt x="10623" y="167803"/>
                  <a:pt x="24931" y="167803"/>
                </a:cubicBezTo>
                <a:cubicBezTo>
                  <a:pt x="39233" y="167796"/>
                  <a:pt x="50831" y="179377"/>
                  <a:pt x="50838" y="193668"/>
                </a:cubicBezTo>
                <a:cubicBezTo>
                  <a:pt x="50838" y="193676"/>
                  <a:pt x="50838" y="193684"/>
                  <a:pt x="50838" y="193692"/>
                </a:cubicBezTo>
                <a:close/>
                <a:moveTo>
                  <a:pt x="269068" y="193692"/>
                </a:moveTo>
                <a:cubicBezTo>
                  <a:pt x="269068" y="207990"/>
                  <a:pt x="257469" y="219580"/>
                  <a:pt x="243160" y="219580"/>
                </a:cubicBezTo>
                <a:cubicBezTo>
                  <a:pt x="228853" y="219580"/>
                  <a:pt x="217253" y="207990"/>
                  <a:pt x="217253" y="193692"/>
                </a:cubicBezTo>
                <a:cubicBezTo>
                  <a:pt x="217253" y="179394"/>
                  <a:pt x="228853" y="167803"/>
                  <a:pt x="243160" y="167803"/>
                </a:cubicBezTo>
                <a:cubicBezTo>
                  <a:pt x="257461" y="167820"/>
                  <a:pt x="269051" y="179401"/>
                  <a:pt x="269068" y="193692"/>
                </a:cubicBezTo>
                <a:close/>
                <a:moveTo>
                  <a:pt x="487237" y="193692"/>
                </a:moveTo>
                <a:cubicBezTo>
                  <a:pt x="487237" y="207990"/>
                  <a:pt x="475637" y="219580"/>
                  <a:pt x="461329" y="219580"/>
                </a:cubicBezTo>
                <a:cubicBezTo>
                  <a:pt x="447021" y="219580"/>
                  <a:pt x="435422" y="207990"/>
                  <a:pt x="435422" y="193692"/>
                </a:cubicBezTo>
                <a:cubicBezTo>
                  <a:pt x="435422" y="179394"/>
                  <a:pt x="447021" y="167803"/>
                  <a:pt x="461329" y="167803"/>
                </a:cubicBezTo>
                <a:cubicBezTo>
                  <a:pt x="475631" y="167796"/>
                  <a:pt x="487229" y="179377"/>
                  <a:pt x="487237" y="193668"/>
                </a:cubicBezTo>
                <a:cubicBezTo>
                  <a:pt x="487237" y="193676"/>
                  <a:pt x="487237" y="193684"/>
                  <a:pt x="487237" y="193692"/>
                </a:cubicBezTo>
                <a:close/>
                <a:moveTo>
                  <a:pt x="705466" y="193692"/>
                </a:moveTo>
                <a:cubicBezTo>
                  <a:pt x="705466" y="207990"/>
                  <a:pt x="693867" y="219580"/>
                  <a:pt x="679559" y="219580"/>
                </a:cubicBezTo>
                <a:cubicBezTo>
                  <a:pt x="665250" y="219580"/>
                  <a:pt x="653652" y="207990"/>
                  <a:pt x="653652" y="193692"/>
                </a:cubicBezTo>
                <a:cubicBezTo>
                  <a:pt x="653652" y="179394"/>
                  <a:pt x="665250" y="167803"/>
                  <a:pt x="679559" y="167803"/>
                </a:cubicBezTo>
                <a:cubicBezTo>
                  <a:pt x="693861" y="167796"/>
                  <a:pt x="705458" y="179377"/>
                  <a:pt x="705466" y="193668"/>
                </a:cubicBezTo>
                <a:cubicBezTo>
                  <a:pt x="705466" y="193676"/>
                  <a:pt x="705466" y="193684"/>
                  <a:pt x="705466" y="193692"/>
                </a:cubicBezTo>
                <a:close/>
                <a:moveTo>
                  <a:pt x="923695" y="193692"/>
                </a:moveTo>
                <a:cubicBezTo>
                  <a:pt x="923695" y="207990"/>
                  <a:pt x="912096" y="219580"/>
                  <a:pt x="897788" y="219580"/>
                </a:cubicBezTo>
                <a:cubicBezTo>
                  <a:pt x="883481" y="219580"/>
                  <a:pt x="871881" y="207990"/>
                  <a:pt x="871881" y="193692"/>
                </a:cubicBezTo>
                <a:cubicBezTo>
                  <a:pt x="871881" y="179394"/>
                  <a:pt x="883481" y="167803"/>
                  <a:pt x="897788" y="167803"/>
                </a:cubicBezTo>
                <a:cubicBezTo>
                  <a:pt x="912090" y="167796"/>
                  <a:pt x="923688" y="179377"/>
                  <a:pt x="923695" y="193668"/>
                </a:cubicBezTo>
                <a:cubicBezTo>
                  <a:pt x="923695" y="193676"/>
                  <a:pt x="923695" y="193684"/>
                  <a:pt x="923695" y="193692"/>
                </a:cubicBezTo>
                <a:close/>
                <a:moveTo>
                  <a:pt x="1141923" y="193692"/>
                </a:moveTo>
                <a:cubicBezTo>
                  <a:pt x="1141923" y="207990"/>
                  <a:pt x="1130324" y="219580"/>
                  <a:pt x="1116016" y="219580"/>
                </a:cubicBezTo>
                <a:cubicBezTo>
                  <a:pt x="1101708" y="219580"/>
                  <a:pt x="1090109" y="207990"/>
                  <a:pt x="1090109" y="193692"/>
                </a:cubicBezTo>
                <a:cubicBezTo>
                  <a:pt x="1090109" y="179394"/>
                  <a:pt x="1101708" y="167803"/>
                  <a:pt x="1116016" y="167803"/>
                </a:cubicBezTo>
                <a:cubicBezTo>
                  <a:pt x="1130316" y="167820"/>
                  <a:pt x="1141907" y="179401"/>
                  <a:pt x="1141923" y="193692"/>
                </a:cubicBezTo>
                <a:close/>
                <a:moveTo>
                  <a:pt x="50838" y="361596"/>
                </a:moveTo>
                <a:cubicBezTo>
                  <a:pt x="50838" y="375894"/>
                  <a:pt x="39239" y="387485"/>
                  <a:pt x="24931" y="387485"/>
                </a:cubicBezTo>
                <a:cubicBezTo>
                  <a:pt x="10623" y="387485"/>
                  <a:pt x="-976" y="375894"/>
                  <a:pt x="-976" y="361596"/>
                </a:cubicBezTo>
                <a:cubicBezTo>
                  <a:pt x="-976" y="347298"/>
                  <a:pt x="10623" y="335707"/>
                  <a:pt x="24931" y="335707"/>
                </a:cubicBezTo>
                <a:cubicBezTo>
                  <a:pt x="39233" y="335700"/>
                  <a:pt x="50831" y="347280"/>
                  <a:pt x="50838" y="361571"/>
                </a:cubicBezTo>
                <a:cubicBezTo>
                  <a:pt x="50838" y="361579"/>
                  <a:pt x="50838" y="361588"/>
                  <a:pt x="50838" y="361596"/>
                </a:cubicBezTo>
                <a:close/>
                <a:moveTo>
                  <a:pt x="269068" y="361596"/>
                </a:moveTo>
                <a:cubicBezTo>
                  <a:pt x="269068" y="375894"/>
                  <a:pt x="257469" y="387485"/>
                  <a:pt x="243160" y="387485"/>
                </a:cubicBezTo>
                <a:cubicBezTo>
                  <a:pt x="228853" y="387485"/>
                  <a:pt x="217253" y="375894"/>
                  <a:pt x="217253" y="361596"/>
                </a:cubicBezTo>
                <a:cubicBezTo>
                  <a:pt x="217253" y="347298"/>
                  <a:pt x="228853" y="335707"/>
                  <a:pt x="243160" y="335707"/>
                </a:cubicBezTo>
                <a:cubicBezTo>
                  <a:pt x="257461" y="335724"/>
                  <a:pt x="269051" y="347305"/>
                  <a:pt x="269068" y="361596"/>
                </a:cubicBezTo>
                <a:close/>
                <a:moveTo>
                  <a:pt x="487237" y="361596"/>
                </a:moveTo>
                <a:cubicBezTo>
                  <a:pt x="487237" y="375894"/>
                  <a:pt x="475637" y="387485"/>
                  <a:pt x="461329" y="387485"/>
                </a:cubicBezTo>
                <a:cubicBezTo>
                  <a:pt x="447021" y="387485"/>
                  <a:pt x="435422" y="375894"/>
                  <a:pt x="435422" y="361596"/>
                </a:cubicBezTo>
                <a:cubicBezTo>
                  <a:pt x="435422" y="347298"/>
                  <a:pt x="447021" y="335707"/>
                  <a:pt x="461329" y="335707"/>
                </a:cubicBezTo>
                <a:cubicBezTo>
                  <a:pt x="475631" y="335700"/>
                  <a:pt x="487229" y="347280"/>
                  <a:pt x="487237" y="361571"/>
                </a:cubicBezTo>
                <a:cubicBezTo>
                  <a:pt x="487237" y="361579"/>
                  <a:pt x="487237" y="361588"/>
                  <a:pt x="487237" y="361596"/>
                </a:cubicBezTo>
                <a:close/>
                <a:moveTo>
                  <a:pt x="705466" y="361596"/>
                </a:moveTo>
                <a:cubicBezTo>
                  <a:pt x="705466" y="375894"/>
                  <a:pt x="693867" y="387485"/>
                  <a:pt x="679559" y="387485"/>
                </a:cubicBezTo>
                <a:cubicBezTo>
                  <a:pt x="665250" y="387485"/>
                  <a:pt x="653652" y="375894"/>
                  <a:pt x="653652" y="361596"/>
                </a:cubicBezTo>
                <a:cubicBezTo>
                  <a:pt x="653652" y="347298"/>
                  <a:pt x="665250" y="335707"/>
                  <a:pt x="679559" y="335707"/>
                </a:cubicBezTo>
                <a:cubicBezTo>
                  <a:pt x="693861" y="335700"/>
                  <a:pt x="705458" y="347280"/>
                  <a:pt x="705466" y="361571"/>
                </a:cubicBezTo>
                <a:cubicBezTo>
                  <a:pt x="705466" y="361579"/>
                  <a:pt x="705466" y="361588"/>
                  <a:pt x="705466" y="361596"/>
                </a:cubicBezTo>
                <a:close/>
                <a:moveTo>
                  <a:pt x="923695" y="361596"/>
                </a:moveTo>
                <a:cubicBezTo>
                  <a:pt x="923695" y="375894"/>
                  <a:pt x="912096" y="387485"/>
                  <a:pt x="897788" y="387485"/>
                </a:cubicBezTo>
                <a:cubicBezTo>
                  <a:pt x="883481" y="387485"/>
                  <a:pt x="871881" y="375894"/>
                  <a:pt x="871881" y="361596"/>
                </a:cubicBezTo>
                <a:cubicBezTo>
                  <a:pt x="871881" y="347298"/>
                  <a:pt x="883481" y="335707"/>
                  <a:pt x="897788" y="335707"/>
                </a:cubicBezTo>
                <a:cubicBezTo>
                  <a:pt x="912090" y="335700"/>
                  <a:pt x="923688" y="347280"/>
                  <a:pt x="923695" y="361571"/>
                </a:cubicBezTo>
                <a:cubicBezTo>
                  <a:pt x="923695" y="361579"/>
                  <a:pt x="923695" y="361588"/>
                  <a:pt x="923695" y="361596"/>
                </a:cubicBezTo>
                <a:close/>
                <a:moveTo>
                  <a:pt x="1141923" y="361596"/>
                </a:moveTo>
                <a:cubicBezTo>
                  <a:pt x="1141923" y="375894"/>
                  <a:pt x="1130324" y="387485"/>
                  <a:pt x="1116016" y="387485"/>
                </a:cubicBezTo>
                <a:cubicBezTo>
                  <a:pt x="1101708" y="387485"/>
                  <a:pt x="1090109" y="375894"/>
                  <a:pt x="1090109" y="361596"/>
                </a:cubicBezTo>
                <a:cubicBezTo>
                  <a:pt x="1090109" y="347298"/>
                  <a:pt x="1101708" y="335707"/>
                  <a:pt x="1116016" y="335707"/>
                </a:cubicBezTo>
                <a:cubicBezTo>
                  <a:pt x="1130316" y="335724"/>
                  <a:pt x="1141907" y="347305"/>
                  <a:pt x="1141923" y="361596"/>
                </a:cubicBezTo>
                <a:close/>
                <a:moveTo>
                  <a:pt x="50838" y="529500"/>
                </a:moveTo>
                <a:cubicBezTo>
                  <a:pt x="50838" y="543798"/>
                  <a:pt x="39239" y="555389"/>
                  <a:pt x="24931" y="555389"/>
                </a:cubicBezTo>
                <a:cubicBezTo>
                  <a:pt x="10623" y="555389"/>
                  <a:pt x="-976" y="543798"/>
                  <a:pt x="-976" y="529500"/>
                </a:cubicBezTo>
                <a:cubicBezTo>
                  <a:pt x="-976" y="515202"/>
                  <a:pt x="10623" y="503612"/>
                  <a:pt x="24931" y="503612"/>
                </a:cubicBezTo>
                <a:cubicBezTo>
                  <a:pt x="39233" y="503605"/>
                  <a:pt x="50831" y="515184"/>
                  <a:pt x="50838" y="529475"/>
                </a:cubicBezTo>
                <a:cubicBezTo>
                  <a:pt x="50838" y="529484"/>
                  <a:pt x="50838" y="529492"/>
                  <a:pt x="50838" y="529500"/>
                </a:cubicBezTo>
                <a:close/>
                <a:moveTo>
                  <a:pt x="269068" y="529500"/>
                </a:moveTo>
                <a:cubicBezTo>
                  <a:pt x="269068" y="543798"/>
                  <a:pt x="257469" y="555389"/>
                  <a:pt x="243160" y="555389"/>
                </a:cubicBezTo>
                <a:cubicBezTo>
                  <a:pt x="228853" y="555389"/>
                  <a:pt x="217253" y="543798"/>
                  <a:pt x="217253" y="529500"/>
                </a:cubicBezTo>
                <a:cubicBezTo>
                  <a:pt x="217253" y="515202"/>
                  <a:pt x="228853" y="503612"/>
                  <a:pt x="243160" y="503612"/>
                </a:cubicBezTo>
                <a:cubicBezTo>
                  <a:pt x="257461" y="503629"/>
                  <a:pt x="269051" y="515209"/>
                  <a:pt x="269068" y="529500"/>
                </a:cubicBezTo>
                <a:close/>
                <a:moveTo>
                  <a:pt x="487237" y="529500"/>
                </a:moveTo>
                <a:cubicBezTo>
                  <a:pt x="487237" y="543798"/>
                  <a:pt x="475637" y="555389"/>
                  <a:pt x="461329" y="555389"/>
                </a:cubicBezTo>
                <a:cubicBezTo>
                  <a:pt x="447021" y="555389"/>
                  <a:pt x="435422" y="543798"/>
                  <a:pt x="435422" y="529500"/>
                </a:cubicBezTo>
                <a:cubicBezTo>
                  <a:pt x="435422" y="515202"/>
                  <a:pt x="447021" y="503612"/>
                  <a:pt x="461329" y="503612"/>
                </a:cubicBezTo>
                <a:cubicBezTo>
                  <a:pt x="475631" y="503605"/>
                  <a:pt x="487229" y="515184"/>
                  <a:pt x="487237" y="529475"/>
                </a:cubicBezTo>
                <a:cubicBezTo>
                  <a:pt x="487237" y="529484"/>
                  <a:pt x="487237" y="529492"/>
                  <a:pt x="487237" y="529500"/>
                </a:cubicBezTo>
                <a:close/>
                <a:moveTo>
                  <a:pt x="705466" y="529500"/>
                </a:moveTo>
                <a:cubicBezTo>
                  <a:pt x="705466" y="543798"/>
                  <a:pt x="693867" y="555389"/>
                  <a:pt x="679559" y="555389"/>
                </a:cubicBezTo>
                <a:cubicBezTo>
                  <a:pt x="665250" y="555389"/>
                  <a:pt x="653652" y="543798"/>
                  <a:pt x="653652" y="529500"/>
                </a:cubicBezTo>
                <a:cubicBezTo>
                  <a:pt x="653652" y="515202"/>
                  <a:pt x="665250" y="503612"/>
                  <a:pt x="679559" y="503612"/>
                </a:cubicBezTo>
                <a:cubicBezTo>
                  <a:pt x="693861" y="503605"/>
                  <a:pt x="705458" y="515184"/>
                  <a:pt x="705466" y="529475"/>
                </a:cubicBezTo>
                <a:cubicBezTo>
                  <a:pt x="705466" y="529484"/>
                  <a:pt x="705466" y="529492"/>
                  <a:pt x="705466" y="529500"/>
                </a:cubicBezTo>
                <a:close/>
                <a:moveTo>
                  <a:pt x="923695" y="529500"/>
                </a:moveTo>
                <a:cubicBezTo>
                  <a:pt x="923695" y="543798"/>
                  <a:pt x="912096" y="555389"/>
                  <a:pt x="897788" y="555389"/>
                </a:cubicBezTo>
                <a:cubicBezTo>
                  <a:pt x="883481" y="555389"/>
                  <a:pt x="871881" y="543798"/>
                  <a:pt x="871881" y="529500"/>
                </a:cubicBezTo>
                <a:cubicBezTo>
                  <a:pt x="871881" y="515202"/>
                  <a:pt x="883481" y="503612"/>
                  <a:pt x="897788" y="503612"/>
                </a:cubicBezTo>
                <a:cubicBezTo>
                  <a:pt x="912090" y="503605"/>
                  <a:pt x="923688" y="515184"/>
                  <a:pt x="923695" y="529475"/>
                </a:cubicBezTo>
                <a:cubicBezTo>
                  <a:pt x="923695" y="529484"/>
                  <a:pt x="923695" y="529492"/>
                  <a:pt x="923695" y="529500"/>
                </a:cubicBezTo>
                <a:close/>
                <a:moveTo>
                  <a:pt x="1141923" y="529500"/>
                </a:moveTo>
                <a:cubicBezTo>
                  <a:pt x="1141923" y="543798"/>
                  <a:pt x="1130324" y="555389"/>
                  <a:pt x="1116016" y="555389"/>
                </a:cubicBezTo>
                <a:cubicBezTo>
                  <a:pt x="1101708" y="555389"/>
                  <a:pt x="1090109" y="543798"/>
                  <a:pt x="1090109" y="529500"/>
                </a:cubicBezTo>
                <a:cubicBezTo>
                  <a:pt x="1090109" y="515202"/>
                  <a:pt x="1101708" y="503612"/>
                  <a:pt x="1116016" y="503612"/>
                </a:cubicBezTo>
                <a:cubicBezTo>
                  <a:pt x="1130316" y="503629"/>
                  <a:pt x="1141907" y="515209"/>
                  <a:pt x="1141923" y="529500"/>
                </a:cubicBezTo>
                <a:close/>
                <a:moveTo>
                  <a:pt x="50838" y="697404"/>
                </a:moveTo>
                <a:cubicBezTo>
                  <a:pt x="50838" y="711702"/>
                  <a:pt x="39239" y="723293"/>
                  <a:pt x="24931" y="723293"/>
                </a:cubicBezTo>
                <a:cubicBezTo>
                  <a:pt x="10623" y="723293"/>
                  <a:pt x="-976" y="711702"/>
                  <a:pt x="-976" y="697404"/>
                </a:cubicBezTo>
                <a:cubicBezTo>
                  <a:pt x="-976" y="683106"/>
                  <a:pt x="10623" y="671516"/>
                  <a:pt x="24931" y="671516"/>
                </a:cubicBezTo>
                <a:cubicBezTo>
                  <a:pt x="39233" y="671509"/>
                  <a:pt x="50831" y="683088"/>
                  <a:pt x="50838" y="697379"/>
                </a:cubicBezTo>
                <a:cubicBezTo>
                  <a:pt x="50838" y="697387"/>
                  <a:pt x="50838" y="697395"/>
                  <a:pt x="50838" y="697404"/>
                </a:cubicBezTo>
                <a:close/>
                <a:moveTo>
                  <a:pt x="269068" y="697404"/>
                </a:moveTo>
                <a:cubicBezTo>
                  <a:pt x="269068" y="711702"/>
                  <a:pt x="257469" y="723293"/>
                  <a:pt x="243160" y="723293"/>
                </a:cubicBezTo>
                <a:cubicBezTo>
                  <a:pt x="228853" y="723293"/>
                  <a:pt x="217253" y="711702"/>
                  <a:pt x="217253" y="697404"/>
                </a:cubicBezTo>
                <a:cubicBezTo>
                  <a:pt x="217253" y="683106"/>
                  <a:pt x="228853" y="671516"/>
                  <a:pt x="243160" y="671516"/>
                </a:cubicBezTo>
                <a:cubicBezTo>
                  <a:pt x="257461" y="671532"/>
                  <a:pt x="269051" y="683113"/>
                  <a:pt x="269068" y="697404"/>
                </a:cubicBezTo>
                <a:close/>
                <a:moveTo>
                  <a:pt x="487237" y="697404"/>
                </a:moveTo>
                <a:cubicBezTo>
                  <a:pt x="487237" y="711702"/>
                  <a:pt x="475637" y="723293"/>
                  <a:pt x="461329" y="723293"/>
                </a:cubicBezTo>
                <a:cubicBezTo>
                  <a:pt x="447021" y="723293"/>
                  <a:pt x="435422" y="711702"/>
                  <a:pt x="435422" y="697404"/>
                </a:cubicBezTo>
                <a:cubicBezTo>
                  <a:pt x="435422" y="683106"/>
                  <a:pt x="447021" y="671516"/>
                  <a:pt x="461329" y="671516"/>
                </a:cubicBezTo>
                <a:cubicBezTo>
                  <a:pt x="475631" y="671509"/>
                  <a:pt x="487229" y="683088"/>
                  <a:pt x="487237" y="697379"/>
                </a:cubicBezTo>
                <a:cubicBezTo>
                  <a:pt x="487237" y="697387"/>
                  <a:pt x="487237" y="697395"/>
                  <a:pt x="487237" y="697404"/>
                </a:cubicBezTo>
                <a:close/>
                <a:moveTo>
                  <a:pt x="705466" y="697404"/>
                </a:moveTo>
                <a:cubicBezTo>
                  <a:pt x="705466" y="711702"/>
                  <a:pt x="693867" y="723293"/>
                  <a:pt x="679559" y="723293"/>
                </a:cubicBezTo>
                <a:cubicBezTo>
                  <a:pt x="665250" y="723293"/>
                  <a:pt x="653652" y="711702"/>
                  <a:pt x="653652" y="697404"/>
                </a:cubicBezTo>
                <a:cubicBezTo>
                  <a:pt x="653652" y="683106"/>
                  <a:pt x="665250" y="671516"/>
                  <a:pt x="679559" y="671516"/>
                </a:cubicBezTo>
                <a:cubicBezTo>
                  <a:pt x="693861" y="671509"/>
                  <a:pt x="705458" y="683088"/>
                  <a:pt x="705466" y="697379"/>
                </a:cubicBezTo>
                <a:cubicBezTo>
                  <a:pt x="705466" y="697387"/>
                  <a:pt x="705466" y="697395"/>
                  <a:pt x="705466" y="697404"/>
                </a:cubicBezTo>
                <a:close/>
                <a:moveTo>
                  <a:pt x="923695" y="697404"/>
                </a:moveTo>
                <a:cubicBezTo>
                  <a:pt x="923695" y="711702"/>
                  <a:pt x="912096" y="723293"/>
                  <a:pt x="897788" y="723293"/>
                </a:cubicBezTo>
                <a:cubicBezTo>
                  <a:pt x="883481" y="723293"/>
                  <a:pt x="871881" y="711702"/>
                  <a:pt x="871881" y="697404"/>
                </a:cubicBezTo>
                <a:cubicBezTo>
                  <a:pt x="871881" y="683106"/>
                  <a:pt x="883481" y="671516"/>
                  <a:pt x="897788" y="671516"/>
                </a:cubicBezTo>
                <a:cubicBezTo>
                  <a:pt x="912090" y="671509"/>
                  <a:pt x="923688" y="683088"/>
                  <a:pt x="923695" y="697379"/>
                </a:cubicBezTo>
                <a:cubicBezTo>
                  <a:pt x="923695" y="697387"/>
                  <a:pt x="923695" y="697395"/>
                  <a:pt x="923695" y="697404"/>
                </a:cubicBezTo>
                <a:close/>
                <a:moveTo>
                  <a:pt x="1141923" y="697404"/>
                </a:moveTo>
                <a:cubicBezTo>
                  <a:pt x="1141923" y="711702"/>
                  <a:pt x="1130324" y="723293"/>
                  <a:pt x="1116016" y="723293"/>
                </a:cubicBezTo>
                <a:cubicBezTo>
                  <a:pt x="1101708" y="723293"/>
                  <a:pt x="1090109" y="711702"/>
                  <a:pt x="1090109" y="697404"/>
                </a:cubicBezTo>
                <a:cubicBezTo>
                  <a:pt x="1090109" y="683106"/>
                  <a:pt x="1101708" y="671516"/>
                  <a:pt x="1116016" y="671516"/>
                </a:cubicBezTo>
                <a:cubicBezTo>
                  <a:pt x="1130316" y="671532"/>
                  <a:pt x="1141907" y="683113"/>
                  <a:pt x="1141923" y="697404"/>
                </a:cubicBez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0" name="Text 7"/>
          <p:cNvSpPr/>
          <p:nvPr/>
        </p:nvSpPr>
        <p:spPr>
          <a:xfrm>
            <a:off x="690545" y="2082764"/>
            <a:ext cx="1141923" cy="723293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10703860" y="3916644"/>
            <a:ext cx="1141923" cy="723293"/>
          </a:xfrm>
          <a:custGeom>
            <a:avLst/>
            <a:gdLst/>
            <a:ahLst/>
            <a:cxnLst/>
            <a:rect l="l" t="t" r="r" b="b"/>
            <a:pathLst>
              <a:path w="1141923" h="723293">
                <a:moveTo>
                  <a:pt x="50838" y="25788"/>
                </a:moveTo>
                <a:cubicBezTo>
                  <a:pt x="50838" y="40086"/>
                  <a:pt x="39239" y="51676"/>
                  <a:pt x="24931" y="51676"/>
                </a:cubicBezTo>
                <a:cubicBezTo>
                  <a:pt x="10623" y="51676"/>
                  <a:pt x="-976" y="40086"/>
                  <a:pt x="-976" y="25788"/>
                </a:cubicBezTo>
                <a:cubicBezTo>
                  <a:pt x="-976" y="11490"/>
                  <a:pt x="10623" y="-101"/>
                  <a:pt x="24931" y="-101"/>
                </a:cubicBezTo>
                <a:cubicBezTo>
                  <a:pt x="39233" y="-108"/>
                  <a:pt x="50831" y="11473"/>
                  <a:pt x="50838" y="25763"/>
                </a:cubicBezTo>
                <a:cubicBezTo>
                  <a:pt x="50838" y="25772"/>
                  <a:pt x="50838" y="25780"/>
                  <a:pt x="50838" y="25788"/>
                </a:cubicBezTo>
                <a:close/>
                <a:moveTo>
                  <a:pt x="269068" y="25788"/>
                </a:moveTo>
                <a:cubicBezTo>
                  <a:pt x="269068" y="40086"/>
                  <a:pt x="257469" y="51676"/>
                  <a:pt x="243160" y="51676"/>
                </a:cubicBezTo>
                <a:cubicBezTo>
                  <a:pt x="228853" y="51676"/>
                  <a:pt x="217253" y="40086"/>
                  <a:pt x="217253" y="25788"/>
                </a:cubicBezTo>
                <a:cubicBezTo>
                  <a:pt x="217253" y="11490"/>
                  <a:pt x="228853" y="-101"/>
                  <a:pt x="243160" y="-101"/>
                </a:cubicBezTo>
                <a:cubicBezTo>
                  <a:pt x="257461" y="-84"/>
                  <a:pt x="269051" y="11497"/>
                  <a:pt x="269068" y="25788"/>
                </a:cubicBezTo>
                <a:close/>
                <a:moveTo>
                  <a:pt x="487237" y="25788"/>
                </a:moveTo>
                <a:cubicBezTo>
                  <a:pt x="487237" y="40086"/>
                  <a:pt x="475637" y="51676"/>
                  <a:pt x="461329" y="51676"/>
                </a:cubicBezTo>
                <a:cubicBezTo>
                  <a:pt x="447021" y="51676"/>
                  <a:pt x="435422" y="40086"/>
                  <a:pt x="435422" y="25788"/>
                </a:cubicBezTo>
                <a:cubicBezTo>
                  <a:pt x="435422" y="11490"/>
                  <a:pt x="447021" y="-101"/>
                  <a:pt x="461329" y="-101"/>
                </a:cubicBezTo>
                <a:cubicBezTo>
                  <a:pt x="475631" y="-108"/>
                  <a:pt x="487229" y="11473"/>
                  <a:pt x="487237" y="25763"/>
                </a:cubicBezTo>
                <a:cubicBezTo>
                  <a:pt x="487237" y="25772"/>
                  <a:pt x="487237" y="25780"/>
                  <a:pt x="487237" y="25788"/>
                </a:cubicBezTo>
                <a:close/>
                <a:moveTo>
                  <a:pt x="705466" y="25788"/>
                </a:moveTo>
                <a:cubicBezTo>
                  <a:pt x="705466" y="40086"/>
                  <a:pt x="693867" y="51676"/>
                  <a:pt x="679559" y="51676"/>
                </a:cubicBezTo>
                <a:cubicBezTo>
                  <a:pt x="665250" y="51676"/>
                  <a:pt x="653652" y="40086"/>
                  <a:pt x="653652" y="25788"/>
                </a:cubicBezTo>
                <a:cubicBezTo>
                  <a:pt x="653652" y="11490"/>
                  <a:pt x="665250" y="-101"/>
                  <a:pt x="679559" y="-101"/>
                </a:cubicBezTo>
                <a:cubicBezTo>
                  <a:pt x="693861" y="-108"/>
                  <a:pt x="705458" y="11473"/>
                  <a:pt x="705466" y="25763"/>
                </a:cubicBezTo>
                <a:cubicBezTo>
                  <a:pt x="705466" y="25772"/>
                  <a:pt x="705466" y="25780"/>
                  <a:pt x="705466" y="25788"/>
                </a:cubicBezTo>
                <a:close/>
                <a:moveTo>
                  <a:pt x="923695" y="25788"/>
                </a:moveTo>
                <a:cubicBezTo>
                  <a:pt x="923695" y="40086"/>
                  <a:pt x="912096" y="51676"/>
                  <a:pt x="897788" y="51676"/>
                </a:cubicBezTo>
                <a:cubicBezTo>
                  <a:pt x="883481" y="51676"/>
                  <a:pt x="871881" y="40086"/>
                  <a:pt x="871881" y="25788"/>
                </a:cubicBezTo>
                <a:cubicBezTo>
                  <a:pt x="871881" y="11490"/>
                  <a:pt x="883481" y="-101"/>
                  <a:pt x="897788" y="-101"/>
                </a:cubicBezTo>
                <a:cubicBezTo>
                  <a:pt x="912090" y="-108"/>
                  <a:pt x="923688" y="11473"/>
                  <a:pt x="923695" y="25763"/>
                </a:cubicBezTo>
                <a:cubicBezTo>
                  <a:pt x="923695" y="25772"/>
                  <a:pt x="923695" y="25780"/>
                  <a:pt x="923695" y="25788"/>
                </a:cubicBezTo>
                <a:close/>
                <a:moveTo>
                  <a:pt x="1141923" y="25788"/>
                </a:moveTo>
                <a:cubicBezTo>
                  <a:pt x="1141923" y="40086"/>
                  <a:pt x="1130324" y="51676"/>
                  <a:pt x="1116016" y="51676"/>
                </a:cubicBezTo>
                <a:cubicBezTo>
                  <a:pt x="1101708" y="51676"/>
                  <a:pt x="1090109" y="40086"/>
                  <a:pt x="1090109" y="25788"/>
                </a:cubicBezTo>
                <a:cubicBezTo>
                  <a:pt x="1090109" y="11490"/>
                  <a:pt x="1101708" y="-101"/>
                  <a:pt x="1116016" y="-101"/>
                </a:cubicBezTo>
                <a:cubicBezTo>
                  <a:pt x="1130316" y="-84"/>
                  <a:pt x="1141907" y="11497"/>
                  <a:pt x="1141923" y="25788"/>
                </a:cubicBezTo>
                <a:close/>
                <a:moveTo>
                  <a:pt x="50838" y="193692"/>
                </a:moveTo>
                <a:cubicBezTo>
                  <a:pt x="50838" y="207990"/>
                  <a:pt x="39239" y="219580"/>
                  <a:pt x="24931" y="219580"/>
                </a:cubicBezTo>
                <a:cubicBezTo>
                  <a:pt x="10623" y="219580"/>
                  <a:pt x="-976" y="207990"/>
                  <a:pt x="-976" y="193692"/>
                </a:cubicBezTo>
                <a:cubicBezTo>
                  <a:pt x="-976" y="179394"/>
                  <a:pt x="10623" y="167803"/>
                  <a:pt x="24931" y="167803"/>
                </a:cubicBezTo>
                <a:cubicBezTo>
                  <a:pt x="39233" y="167796"/>
                  <a:pt x="50831" y="179377"/>
                  <a:pt x="50838" y="193668"/>
                </a:cubicBezTo>
                <a:cubicBezTo>
                  <a:pt x="50838" y="193676"/>
                  <a:pt x="50838" y="193684"/>
                  <a:pt x="50838" y="193692"/>
                </a:cubicBezTo>
                <a:close/>
                <a:moveTo>
                  <a:pt x="269068" y="193692"/>
                </a:moveTo>
                <a:cubicBezTo>
                  <a:pt x="269068" y="207990"/>
                  <a:pt x="257469" y="219580"/>
                  <a:pt x="243160" y="219580"/>
                </a:cubicBezTo>
                <a:cubicBezTo>
                  <a:pt x="228853" y="219580"/>
                  <a:pt x="217253" y="207990"/>
                  <a:pt x="217253" y="193692"/>
                </a:cubicBezTo>
                <a:cubicBezTo>
                  <a:pt x="217253" y="179394"/>
                  <a:pt x="228853" y="167803"/>
                  <a:pt x="243160" y="167803"/>
                </a:cubicBezTo>
                <a:cubicBezTo>
                  <a:pt x="257461" y="167820"/>
                  <a:pt x="269051" y="179401"/>
                  <a:pt x="269068" y="193692"/>
                </a:cubicBezTo>
                <a:close/>
                <a:moveTo>
                  <a:pt x="487237" y="193692"/>
                </a:moveTo>
                <a:cubicBezTo>
                  <a:pt x="487237" y="207990"/>
                  <a:pt x="475637" y="219580"/>
                  <a:pt x="461329" y="219580"/>
                </a:cubicBezTo>
                <a:cubicBezTo>
                  <a:pt x="447021" y="219580"/>
                  <a:pt x="435422" y="207990"/>
                  <a:pt x="435422" y="193692"/>
                </a:cubicBezTo>
                <a:cubicBezTo>
                  <a:pt x="435422" y="179394"/>
                  <a:pt x="447021" y="167803"/>
                  <a:pt x="461329" y="167803"/>
                </a:cubicBezTo>
                <a:cubicBezTo>
                  <a:pt x="475631" y="167796"/>
                  <a:pt x="487229" y="179377"/>
                  <a:pt x="487237" y="193668"/>
                </a:cubicBezTo>
                <a:cubicBezTo>
                  <a:pt x="487237" y="193676"/>
                  <a:pt x="487237" y="193684"/>
                  <a:pt x="487237" y="193692"/>
                </a:cubicBezTo>
                <a:close/>
                <a:moveTo>
                  <a:pt x="705466" y="193692"/>
                </a:moveTo>
                <a:cubicBezTo>
                  <a:pt x="705466" y="207990"/>
                  <a:pt x="693867" y="219580"/>
                  <a:pt x="679559" y="219580"/>
                </a:cubicBezTo>
                <a:cubicBezTo>
                  <a:pt x="665250" y="219580"/>
                  <a:pt x="653652" y="207990"/>
                  <a:pt x="653652" y="193692"/>
                </a:cubicBezTo>
                <a:cubicBezTo>
                  <a:pt x="653652" y="179394"/>
                  <a:pt x="665250" y="167803"/>
                  <a:pt x="679559" y="167803"/>
                </a:cubicBezTo>
                <a:cubicBezTo>
                  <a:pt x="693861" y="167796"/>
                  <a:pt x="705458" y="179377"/>
                  <a:pt x="705466" y="193668"/>
                </a:cubicBezTo>
                <a:cubicBezTo>
                  <a:pt x="705466" y="193676"/>
                  <a:pt x="705466" y="193684"/>
                  <a:pt x="705466" y="193692"/>
                </a:cubicBezTo>
                <a:close/>
                <a:moveTo>
                  <a:pt x="923695" y="193692"/>
                </a:moveTo>
                <a:cubicBezTo>
                  <a:pt x="923695" y="207990"/>
                  <a:pt x="912096" y="219580"/>
                  <a:pt x="897788" y="219580"/>
                </a:cubicBezTo>
                <a:cubicBezTo>
                  <a:pt x="883481" y="219580"/>
                  <a:pt x="871881" y="207990"/>
                  <a:pt x="871881" y="193692"/>
                </a:cubicBezTo>
                <a:cubicBezTo>
                  <a:pt x="871881" y="179394"/>
                  <a:pt x="883481" y="167803"/>
                  <a:pt x="897788" y="167803"/>
                </a:cubicBezTo>
                <a:cubicBezTo>
                  <a:pt x="912090" y="167796"/>
                  <a:pt x="923688" y="179377"/>
                  <a:pt x="923695" y="193668"/>
                </a:cubicBezTo>
                <a:cubicBezTo>
                  <a:pt x="923695" y="193676"/>
                  <a:pt x="923695" y="193684"/>
                  <a:pt x="923695" y="193692"/>
                </a:cubicBezTo>
                <a:close/>
                <a:moveTo>
                  <a:pt x="1141923" y="193692"/>
                </a:moveTo>
                <a:cubicBezTo>
                  <a:pt x="1141923" y="207990"/>
                  <a:pt x="1130324" y="219580"/>
                  <a:pt x="1116016" y="219580"/>
                </a:cubicBezTo>
                <a:cubicBezTo>
                  <a:pt x="1101708" y="219580"/>
                  <a:pt x="1090109" y="207990"/>
                  <a:pt x="1090109" y="193692"/>
                </a:cubicBezTo>
                <a:cubicBezTo>
                  <a:pt x="1090109" y="179394"/>
                  <a:pt x="1101708" y="167803"/>
                  <a:pt x="1116016" y="167803"/>
                </a:cubicBezTo>
                <a:cubicBezTo>
                  <a:pt x="1130316" y="167820"/>
                  <a:pt x="1141907" y="179401"/>
                  <a:pt x="1141923" y="193692"/>
                </a:cubicBezTo>
                <a:close/>
                <a:moveTo>
                  <a:pt x="50838" y="361596"/>
                </a:moveTo>
                <a:cubicBezTo>
                  <a:pt x="50838" y="375894"/>
                  <a:pt x="39239" y="387485"/>
                  <a:pt x="24931" y="387485"/>
                </a:cubicBezTo>
                <a:cubicBezTo>
                  <a:pt x="10623" y="387485"/>
                  <a:pt x="-976" y="375894"/>
                  <a:pt x="-976" y="361596"/>
                </a:cubicBezTo>
                <a:cubicBezTo>
                  <a:pt x="-976" y="347298"/>
                  <a:pt x="10623" y="335707"/>
                  <a:pt x="24931" y="335707"/>
                </a:cubicBezTo>
                <a:cubicBezTo>
                  <a:pt x="39233" y="335700"/>
                  <a:pt x="50831" y="347280"/>
                  <a:pt x="50838" y="361571"/>
                </a:cubicBezTo>
                <a:cubicBezTo>
                  <a:pt x="50838" y="361579"/>
                  <a:pt x="50838" y="361588"/>
                  <a:pt x="50838" y="361596"/>
                </a:cubicBezTo>
                <a:close/>
                <a:moveTo>
                  <a:pt x="269068" y="361596"/>
                </a:moveTo>
                <a:cubicBezTo>
                  <a:pt x="269068" y="375894"/>
                  <a:pt x="257469" y="387485"/>
                  <a:pt x="243160" y="387485"/>
                </a:cubicBezTo>
                <a:cubicBezTo>
                  <a:pt x="228853" y="387485"/>
                  <a:pt x="217253" y="375894"/>
                  <a:pt x="217253" y="361596"/>
                </a:cubicBezTo>
                <a:cubicBezTo>
                  <a:pt x="217253" y="347298"/>
                  <a:pt x="228853" y="335707"/>
                  <a:pt x="243160" y="335707"/>
                </a:cubicBezTo>
                <a:cubicBezTo>
                  <a:pt x="257461" y="335724"/>
                  <a:pt x="269051" y="347305"/>
                  <a:pt x="269068" y="361596"/>
                </a:cubicBezTo>
                <a:close/>
                <a:moveTo>
                  <a:pt x="487237" y="361596"/>
                </a:moveTo>
                <a:cubicBezTo>
                  <a:pt x="487237" y="375894"/>
                  <a:pt x="475637" y="387485"/>
                  <a:pt x="461329" y="387485"/>
                </a:cubicBezTo>
                <a:cubicBezTo>
                  <a:pt x="447021" y="387485"/>
                  <a:pt x="435422" y="375894"/>
                  <a:pt x="435422" y="361596"/>
                </a:cubicBezTo>
                <a:cubicBezTo>
                  <a:pt x="435422" y="347298"/>
                  <a:pt x="447021" y="335707"/>
                  <a:pt x="461329" y="335707"/>
                </a:cubicBezTo>
                <a:cubicBezTo>
                  <a:pt x="475631" y="335700"/>
                  <a:pt x="487229" y="347280"/>
                  <a:pt x="487237" y="361571"/>
                </a:cubicBezTo>
                <a:cubicBezTo>
                  <a:pt x="487237" y="361579"/>
                  <a:pt x="487237" y="361588"/>
                  <a:pt x="487237" y="361596"/>
                </a:cubicBezTo>
                <a:close/>
                <a:moveTo>
                  <a:pt x="705466" y="361596"/>
                </a:moveTo>
                <a:cubicBezTo>
                  <a:pt x="705466" y="375894"/>
                  <a:pt x="693867" y="387485"/>
                  <a:pt x="679559" y="387485"/>
                </a:cubicBezTo>
                <a:cubicBezTo>
                  <a:pt x="665250" y="387485"/>
                  <a:pt x="653652" y="375894"/>
                  <a:pt x="653652" y="361596"/>
                </a:cubicBezTo>
                <a:cubicBezTo>
                  <a:pt x="653652" y="347298"/>
                  <a:pt x="665250" y="335707"/>
                  <a:pt x="679559" y="335707"/>
                </a:cubicBezTo>
                <a:cubicBezTo>
                  <a:pt x="693861" y="335700"/>
                  <a:pt x="705458" y="347280"/>
                  <a:pt x="705466" y="361571"/>
                </a:cubicBezTo>
                <a:cubicBezTo>
                  <a:pt x="705466" y="361579"/>
                  <a:pt x="705466" y="361588"/>
                  <a:pt x="705466" y="361596"/>
                </a:cubicBezTo>
                <a:close/>
                <a:moveTo>
                  <a:pt x="923695" y="361596"/>
                </a:moveTo>
                <a:cubicBezTo>
                  <a:pt x="923695" y="375894"/>
                  <a:pt x="912096" y="387485"/>
                  <a:pt x="897788" y="387485"/>
                </a:cubicBezTo>
                <a:cubicBezTo>
                  <a:pt x="883481" y="387485"/>
                  <a:pt x="871881" y="375894"/>
                  <a:pt x="871881" y="361596"/>
                </a:cubicBezTo>
                <a:cubicBezTo>
                  <a:pt x="871881" y="347298"/>
                  <a:pt x="883481" y="335707"/>
                  <a:pt x="897788" y="335707"/>
                </a:cubicBezTo>
                <a:cubicBezTo>
                  <a:pt x="912090" y="335700"/>
                  <a:pt x="923688" y="347280"/>
                  <a:pt x="923695" y="361571"/>
                </a:cubicBezTo>
                <a:cubicBezTo>
                  <a:pt x="923695" y="361579"/>
                  <a:pt x="923695" y="361588"/>
                  <a:pt x="923695" y="361596"/>
                </a:cubicBezTo>
                <a:close/>
                <a:moveTo>
                  <a:pt x="1141923" y="361596"/>
                </a:moveTo>
                <a:cubicBezTo>
                  <a:pt x="1141923" y="375894"/>
                  <a:pt x="1130324" y="387485"/>
                  <a:pt x="1116016" y="387485"/>
                </a:cubicBezTo>
                <a:cubicBezTo>
                  <a:pt x="1101708" y="387485"/>
                  <a:pt x="1090109" y="375894"/>
                  <a:pt x="1090109" y="361596"/>
                </a:cubicBezTo>
                <a:cubicBezTo>
                  <a:pt x="1090109" y="347298"/>
                  <a:pt x="1101708" y="335707"/>
                  <a:pt x="1116016" y="335707"/>
                </a:cubicBezTo>
                <a:cubicBezTo>
                  <a:pt x="1130316" y="335724"/>
                  <a:pt x="1141907" y="347305"/>
                  <a:pt x="1141923" y="361596"/>
                </a:cubicBezTo>
                <a:close/>
                <a:moveTo>
                  <a:pt x="50838" y="529500"/>
                </a:moveTo>
                <a:cubicBezTo>
                  <a:pt x="50838" y="543798"/>
                  <a:pt x="39239" y="555389"/>
                  <a:pt x="24931" y="555389"/>
                </a:cubicBezTo>
                <a:cubicBezTo>
                  <a:pt x="10623" y="555389"/>
                  <a:pt x="-976" y="543798"/>
                  <a:pt x="-976" y="529500"/>
                </a:cubicBezTo>
                <a:cubicBezTo>
                  <a:pt x="-976" y="515202"/>
                  <a:pt x="10623" y="503612"/>
                  <a:pt x="24931" y="503612"/>
                </a:cubicBezTo>
                <a:cubicBezTo>
                  <a:pt x="39233" y="503605"/>
                  <a:pt x="50831" y="515184"/>
                  <a:pt x="50838" y="529475"/>
                </a:cubicBezTo>
                <a:cubicBezTo>
                  <a:pt x="50838" y="529484"/>
                  <a:pt x="50838" y="529492"/>
                  <a:pt x="50838" y="529500"/>
                </a:cubicBezTo>
                <a:close/>
                <a:moveTo>
                  <a:pt x="269068" y="529500"/>
                </a:moveTo>
                <a:cubicBezTo>
                  <a:pt x="269068" y="543798"/>
                  <a:pt x="257469" y="555389"/>
                  <a:pt x="243160" y="555389"/>
                </a:cubicBezTo>
                <a:cubicBezTo>
                  <a:pt x="228853" y="555389"/>
                  <a:pt x="217253" y="543798"/>
                  <a:pt x="217253" y="529500"/>
                </a:cubicBezTo>
                <a:cubicBezTo>
                  <a:pt x="217253" y="515202"/>
                  <a:pt x="228853" y="503612"/>
                  <a:pt x="243160" y="503612"/>
                </a:cubicBezTo>
                <a:cubicBezTo>
                  <a:pt x="257461" y="503629"/>
                  <a:pt x="269051" y="515209"/>
                  <a:pt x="269068" y="529500"/>
                </a:cubicBezTo>
                <a:close/>
                <a:moveTo>
                  <a:pt x="487237" y="529500"/>
                </a:moveTo>
                <a:cubicBezTo>
                  <a:pt x="487237" y="543798"/>
                  <a:pt x="475637" y="555389"/>
                  <a:pt x="461329" y="555389"/>
                </a:cubicBezTo>
                <a:cubicBezTo>
                  <a:pt x="447021" y="555389"/>
                  <a:pt x="435422" y="543798"/>
                  <a:pt x="435422" y="529500"/>
                </a:cubicBezTo>
                <a:cubicBezTo>
                  <a:pt x="435422" y="515202"/>
                  <a:pt x="447021" y="503612"/>
                  <a:pt x="461329" y="503612"/>
                </a:cubicBezTo>
                <a:cubicBezTo>
                  <a:pt x="475631" y="503605"/>
                  <a:pt x="487229" y="515184"/>
                  <a:pt x="487237" y="529475"/>
                </a:cubicBezTo>
                <a:cubicBezTo>
                  <a:pt x="487237" y="529484"/>
                  <a:pt x="487237" y="529492"/>
                  <a:pt x="487237" y="529500"/>
                </a:cubicBezTo>
                <a:close/>
                <a:moveTo>
                  <a:pt x="705466" y="529500"/>
                </a:moveTo>
                <a:cubicBezTo>
                  <a:pt x="705466" y="543798"/>
                  <a:pt x="693867" y="555389"/>
                  <a:pt x="679559" y="555389"/>
                </a:cubicBezTo>
                <a:cubicBezTo>
                  <a:pt x="665250" y="555389"/>
                  <a:pt x="653652" y="543798"/>
                  <a:pt x="653652" y="529500"/>
                </a:cubicBezTo>
                <a:cubicBezTo>
                  <a:pt x="653652" y="515202"/>
                  <a:pt x="665250" y="503612"/>
                  <a:pt x="679559" y="503612"/>
                </a:cubicBezTo>
                <a:cubicBezTo>
                  <a:pt x="693861" y="503605"/>
                  <a:pt x="705458" y="515184"/>
                  <a:pt x="705466" y="529475"/>
                </a:cubicBezTo>
                <a:cubicBezTo>
                  <a:pt x="705466" y="529484"/>
                  <a:pt x="705466" y="529492"/>
                  <a:pt x="705466" y="529500"/>
                </a:cubicBezTo>
                <a:close/>
                <a:moveTo>
                  <a:pt x="923695" y="529500"/>
                </a:moveTo>
                <a:cubicBezTo>
                  <a:pt x="923695" y="543798"/>
                  <a:pt x="912096" y="555389"/>
                  <a:pt x="897788" y="555389"/>
                </a:cubicBezTo>
                <a:cubicBezTo>
                  <a:pt x="883481" y="555389"/>
                  <a:pt x="871881" y="543798"/>
                  <a:pt x="871881" y="529500"/>
                </a:cubicBezTo>
                <a:cubicBezTo>
                  <a:pt x="871881" y="515202"/>
                  <a:pt x="883481" y="503612"/>
                  <a:pt x="897788" y="503612"/>
                </a:cubicBezTo>
                <a:cubicBezTo>
                  <a:pt x="912090" y="503605"/>
                  <a:pt x="923688" y="515184"/>
                  <a:pt x="923695" y="529475"/>
                </a:cubicBezTo>
                <a:cubicBezTo>
                  <a:pt x="923695" y="529484"/>
                  <a:pt x="923695" y="529492"/>
                  <a:pt x="923695" y="529500"/>
                </a:cubicBezTo>
                <a:close/>
                <a:moveTo>
                  <a:pt x="1141923" y="529500"/>
                </a:moveTo>
                <a:cubicBezTo>
                  <a:pt x="1141923" y="543798"/>
                  <a:pt x="1130324" y="555389"/>
                  <a:pt x="1116016" y="555389"/>
                </a:cubicBezTo>
                <a:cubicBezTo>
                  <a:pt x="1101708" y="555389"/>
                  <a:pt x="1090109" y="543798"/>
                  <a:pt x="1090109" y="529500"/>
                </a:cubicBezTo>
                <a:cubicBezTo>
                  <a:pt x="1090109" y="515202"/>
                  <a:pt x="1101708" y="503612"/>
                  <a:pt x="1116016" y="503612"/>
                </a:cubicBezTo>
                <a:cubicBezTo>
                  <a:pt x="1130316" y="503629"/>
                  <a:pt x="1141907" y="515209"/>
                  <a:pt x="1141923" y="529500"/>
                </a:cubicBezTo>
                <a:close/>
                <a:moveTo>
                  <a:pt x="50838" y="697404"/>
                </a:moveTo>
                <a:cubicBezTo>
                  <a:pt x="50838" y="711702"/>
                  <a:pt x="39239" y="723293"/>
                  <a:pt x="24931" y="723293"/>
                </a:cubicBezTo>
                <a:cubicBezTo>
                  <a:pt x="10623" y="723293"/>
                  <a:pt x="-976" y="711702"/>
                  <a:pt x="-976" y="697404"/>
                </a:cubicBezTo>
                <a:cubicBezTo>
                  <a:pt x="-976" y="683106"/>
                  <a:pt x="10623" y="671516"/>
                  <a:pt x="24931" y="671516"/>
                </a:cubicBezTo>
                <a:cubicBezTo>
                  <a:pt x="39233" y="671509"/>
                  <a:pt x="50831" y="683088"/>
                  <a:pt x="50838" y="697379"/>
                </a:cubicBezTo>
                <a:cubicBezTo>
                  <a:pt x="50838" y="697387"/>
                  <a:pt x="50838" y="697395"/>
                  <a:pt x="50838" y="697404"/>
                </a:cubicBezTo>
                <a:close/>
                <a:moveTo>
                  <a:pt x="269068" y="697404"/>
                </a:moveTo>
                <a:cubicBezTo>
                  <a:pt x="269068" y="711702"/>
                  <a:pt x="257469" y="723293"/>
                  <a:pt x="243160" y="723293"/>
                </a:cubicBezTo>
                <a:cubicBezTo>
                  <a:pt x="228853" y="723293"/>
                  <a:pt x="217253" y="711702"/>
                  <a:pt x="217253" y="697404"/>
                </a:cubicBezTo>
                <a:cubicBezTo>
                  <a:pt x="217253" y="683106"/>
                  <a:pt x="228853" y="671516"/>
                  <a:pt x="243160" y="671516"/>
                </a:cubicBezTo>
                <a:cubicBezTo>
                  <a:pt x="257461" y="671532"/>
                  <a:pt x="269051" y="683113"/>
                  <a:pt x="269068" y="697404"/>
                </a:cubicBezTo>
                <a:close/>
                <a:moveTo>
                  <a:pt x="487237" y="697404"/>
                </a:moveTo>
                <a:cubicBezTo>
                  <a:pt x="487237" y="711702"/>
                  <a:pt x="475637" y="723293"/>
                  <a:pt x="461329" y="723293"/>
                </a:cubicBezTo>
                <a:cubicBezTo>
                  <a:pt x="447021" y="723293"/>
                  <a:pt x="435422" y="711702"/>
                  <a:pt x="435422" y="697404"/>
                </a:cubicBezTo>
                <a:cubicBezTo>
                  <a:pt x="435422" y="683106"/>
                  <a:pt x="447021" y="671516"/>
                  <a:pt x="461329" y="671516"/>
                </a:cubicBezTo>
                <a:cubicBezTo>
                  <a:pt x="475631" y="671509"/>
                  <a:pt x="487229" y="683088"/>
                  <a:pt x="487237" y="697379"/>
                </a:cubicBezTo>
                <a:cubicBezTo>
                  <a:pt x="487237" y="697387"/>
                  <a:pt x="487237" y="697395"/>
                  <a:pt x="487237" y="697404"/>
                </a:cubicBezTo>
                <a:close/>
                <a:moveTo>
                  <a:pt x="705466" y="697404"/>
                </a:moveTo>
                <a:cubicBezTo>
                  <a:pt x="705466" y="711702"/>
                  <a:pt x="693867" y="723293"/>
                  <a:pt x="679559" y="723293"/>
                </a:cubicBezTo>
                <a:cubicBezTo>
                  <a:pt x="665250" y="723293"/>
                  <a:pt x="653652" y="711702"/>
                  <a:pt x="653652" y="697404"/>
                </a:cubicBezTo>
                <a:cubicBezTo>
                  <a:pt x="653652" y="683106"/>
                  <a:pt x="665250" y="671516"/>
                  <a:pt x="679559" y="671516"/>
                </a:cubicBezTo>
                <a:cubicBezTo>
                  <a:pt x="693861" y="671509"/>
                  <a:pt x="705458" y="683088"/>
                  <a:pt x="705466" y="697379"/>
                </a:cubicBezTo>
                <a:cubicBezTo>
                  <a:pt x="705466" y="697387"/>
                  <a:pt x="705466" y="697395"/>
                  <a:pt x="705466" y="697404"/>
                </a:cubicBezTo>
                <a:close/>
                <a:moveTo>
                  <a:pt x="923695" y="697404"/>
                </a:moveTo>
                <a:cubicBezTo>
                  <a:pt x="923695" y="711702"/>
                  <a:pt x="912096" y="723293"/>
                  <a:pt x="897788" y="723293"/>
                </a:cubicBezTo>
                <a:cubicBezTo>
                  <a:pt x="883481" y="723293"/>
                  <a:pt x="871881" y="711702"/>
                  <a:pt x="871881" y="697404"/>
                </a:cubicBezTo>
                <a:cubicBezTo>
                  <a:pt x="871881" y="683106"/>
                  <a:pt x="883481" y="671516"/>
                  <a:pt x="897788" y="671516"/>
                </a:cubicBezTo>
                <a:cubicBezTo>
                  <a:pt x="912090" y="671509"/>
                  <a:pt x="923688" y="683088"/>
                  <a:pt x="923695" y="697379"/>
                </a:cubicBezTo>
                <a:cubicBezTo>
                  <a:pt x="923695" y="697387"/>
                  <a:pt x="923695" y="697395"/>
                  <a:pt x="923695" y="697404"/>
                </a:cubicBezTo>
                <a:close/>
                <a:moveTo>
                  <a:pt x="1141923" y="697404"/>
                </a:moveTo>
                <a:cubicBezTo>
                  <a:pt x="1141923" y="711702"/>
                  <a:pt x="1130324" y="723293"/>
                  <a:pt x="1116016" y="723293"/>
                </a:cubicBezTo>
                <a:cubicBezTo>
                  <a:pt x="1101708" y="723293"/>
                  <a:pt x="1090109" y="711702"/>
                  <a:pt x="1090109" y="697404"/>
                </a:cubicBezTo>
                <a:cubicBezTo>
                  <a:pt x="1090109" y="683106"/>
                  <a:pt x="1101708" y="671516"/>
                  <a:pt x="1116016" y="671516"/>
                </a:cubicBezTo>
                <a:cubicBezTo>
                  <a:pt x="1130316" y="671532"/>
                  <a:pt x="1141907" y="683113"/>
                  <a:pt x="1141923" y="697404"/>
                </a:cubicBez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2" name="Text 9"/>
          <p:cNvSpPr/>
          <p:nvPr/>
        </p:nvSpPr>
        <p:spPr>
          <a:xfrm>
            <a:off x="10703860" y="3916644"/>
            <a:ext cx="1141923" cy="723293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3" name="Image 1" descr="https://kimi-img.moonshot.cn/pub/slides/slides_tmpl/image/25-10-11-20:17:34-d3l4lngs8jdo4os5env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2095" y="4456430"/>
            <a:ext cx="5589905" cy="2401570"/>
          </a:xfrm>
          <a:prstGeom prst="rect">
            <a:avLst/>
          </a:prstGeom>
        </p:spPr>
      </p:pic>
      <p:pic>
        <p:nvPicPr>
          <p:cNvPr id="14" name="Image 2" descr="https://kimi-img.moonshot.cn/pub/slides/slides_tmpl/image/25-10-11-20:17:34-d3l4lngs8jdo4os5env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-40005"/>
            <a:ext cx="5589905" cy="2401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486614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11-20:18:00-d3l4lu0s8jdo4os5eoa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0730" cy="685736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9700" y="880616"/>
            <a:ext cx="119126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4A90E2"/>
                </a:solidFill>
                <a:effectLst/>
                <a:uLnTx/>
                <a:uFillTx/>
                <a:latin typeface="Noto Sans SC" panose="020B0200000000000000" pitchFamily="34" charset="-122"/>
                <a:ea typeface="Noto Sans SC" panose="020B0200000000000000" pitchFamily="34" charset="-122"/>
                <a:cs typeface="+mn-cs"/>
              </a:rPr>
              <a:t>本次项目中做的好的方面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1"/>
          <p:cNvSpPr/>
          <p:nvPr/>
        </p:nvSpPr>
        <p:spPr>
          <a:xfrm>
            <a:off x="254000" y="2184400"/>
            <a:ext cx="3619500" cy="1828800"/>
          </a:xfrm>
          <a:custGeom>
            <a:avLst/>
            <a:gdLst/>
            <a:ahLst/>
            <a:cxnLst/>
            <a:rect l="l" t="t" r="r" b="b"/>
            <a:pathLst>
              <a:path w="3619500" h="1828800">
                <a:moveTo>
                  <a:pt x="152394" y="0"/>
                </a:moveTo>
                <a:lnTo>
                  <a:pt x="3467106" y="0"/>
                </a:lnTo>
                <a:cubicBezTo>
                  <a:pt x="3551271" y="0"/>
                  <a:pt x="3619500" y="68229"/>
                  <a:pt x="3619500" y="152394"/>
                </a:cubicBezTo>
                <a:lnTo>
                  <a:pt x="3619500" y="1676406"/>
                </a:lnTo>
                <a:cubicBezTo>
                  <a:pt x="3619500" y="1760571"/>
                  <a:pt x="3551271" y="1828800"/>
                  <a:pt x="3467106" y="1828800"/>
                </a:cubicBezTo>
                <a:lnTo>
                  <a:pt x="152394" y="1828800"/>
                </a:lnTo>
                <a:cubicBezTo>
                  <a:pt x="68229" y="1828800"/>
                  <a:pt x="0" y="1760571"/>
                  <a:pt x="0" y="1676406"/>
                </a:cubicBezTo>
                <a:lnTo>
                  <a:pt x="0" y="152394"/>
                </a:lnTo>
                <a:cubicBezTo>
                  <a:pt x="0" y="68285"/>
                  <a:pt x="68285" y="0"/>
                  <a:pt x="152394" y="0"/>
                </a:cubicBezTo>
                <a:close/>
              </a:path>
            </a:pathLst>
          </a:custGeom>
          <a:solidFill>
            <a:srgbClr val="4A90E2">
              <a:alpha val="10196"/>
            </a:srgbClr>
          </a:solidFill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  <p:sp>
        <p:nvSpPr>
          <p:cNvPr id="6" name="Text 3"/>
          <p:cNvSpPr/>
          <p:nvPr/>
        </p:nvSpPr>
        <p:spPr>
          <a:xfrm>
            <a:off x="666750" y="2972435"/>
            <a:ext cx="2831052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使用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git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仓库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管理项目和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头文件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技术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分文件开发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，减少了很多工作量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4"/>
          <p:cNvSpPr/>
          <p:nvPr/>
        </p:nvSpPr>
        <p:spPr>
          <a:xfrm>
            <a:off x="4284186" y="2184400"/>
            <a:ext cx="3619500" cy="1828800"/>
          </a:xfrm>
          <a:custGeom>
            <a:avLst/>
            <a:gdLst/>
            <a:ahLst/>
            <a:cxnLst/>
            <a:rect l="l" t="t" r="r" b="b"/>
            <a:pathLst>
              <a:path w="3619500" h="1828800">
                <a:moveTo>
                  <a:pt x="152394" y="0"/>
                </a:moveTo>
                <a:lnTo>
                  <a:pt x="3467106" y="0"/>
                </a:lnTo>
                <a:cubicBezTo>
                  <a:pt x="3551271" y="0"/>
                  <a:pt x="3619500" y="68229"/>
                  <a:pt x="3619500" y="152394"/>
                </a:cubicBezTo>
                <a:lnTo>
                  <a:pt x="3619500" y="1676406"/>
                </a:lnTo>
                <a:cubicBezTo>
                  <a:pt x="3619500" y="1760571"/>
                  <a:pt x="3551271" y="1828800"/>
                  <a:pt x="3467106" y="1828800"/>
                </a:cubicBezTo>
                <a:lnTo>
                  <a:pt x="152394" y="1828800"/>
                </a:lnTo>
                <a:cubicBezTo>
                  <a:pt x="68229" y="1828800"/>
                  <a:pt x="0" y="1760571"/>
                  <a:pt x="0" y="1676406"/>
                </a:cubicBezTo>
                <a:lnTo>
                  <a:pt x="0" y="152394"/>
                </a:lnTo>
                <a:cubicBezTo>
                  <a:pt x="0" y="68285"/>
                  <a:pt x="68285" y="0"/>
                  <a:pt x="152394" y="0"/>
                </a:cubicBezTo>
                <a:close/>
              </a:path>
            </a:pathLst>
          </a:custGeom>
          <a:solidFill>
            <a:srgbClr val="87CEEB">
              <a:alpha val="20000"/>
            </a:srgbClr>
          </a:solidFill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  <p:sp>
        <p:nvSpPr>
          <p:cNvPr id="9" name="Text 6"/>
          <p:cNvSpPr/>
          <p:nvPr/>
        </p:nvSpPr>
        <p:spPr>
          <a:xfrm>
            <a:off x="4875614" y="2930864"/>
            <a:ext cx="2599383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使用</a:t>
            </a: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easyX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图形界面，比起上次使用控制台，游戏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表现力大大提升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8314372" y="2184400"/>
            <a:ext cx="3619500" cy="1828800"/>
          </a:xfrm>
          <a:custGeom>
            <a:avLst/>
            <a:gdLst/>
            <a:ahLst/>
            <a:cxnLst/>
            <a:rect l="l" t="t" r="r" b="b"/>
            <a:pathLst>
              <a:path w="3619500" h="1828800">
                <a:moveTo>
                  <a:pt x="152394" y="0"/>
                </a:moveTo>
                <a:lnTo>
                  <a:pt x="3467106" y="0"/>
                </a:lnTo>
                <a:cubicBezTo>
                  <a:pt x="3551271" y="0"/>
                  <a:pt x="3619500" y="68229"/>
                  <a:pt x="3619500" y="152394"/>
                </a:cubicBezTo>
                <a:lnTo>
                  <a:pt x="3619500" y="1676406"/>
                </a:lnTo>
                <a:cubicBezTo>
                  <a:pt x="3619500" y="1760571"/>
                  <a:pt x="3551271" y="1828800"/>
                  <a:pt x="3467106" y="1828800"/>
                </a:cubicBezTo>
                <a:lnTo>
                  <a:pt x="152394" y="1828800"/>
                </a:lnTo>
                <a:cubicBezTo>
                  <a:pt x="68229" y="1828800"/>
                  <a:pt x="0" y="1760571"/>
                  <a:pt x="0" y="1676406"/>
                </a:cubicBezTo>
                <a:lnTo>
                  <a:pt x="0" y="152394"/>
                </a:lnTo>
                <a:cubicBezTo>
                  <a:pt x="0" y="68285"/>
                  <a:pt x="68285" y="0"/>
                  <a:pt x="152394" y="0"/>
                </a:cubicBezTo>
                <a:close/>
              </a:path>
            </a:pathLst>
          </a:custGeom>
          <a:solidFill>
            <a:srgbClr val="4A90E2">
              <a:alpha val="10196"/>
            </a:srgbClr>
          </a:solidFill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254000" y="4419600"/>
            <a:ext cx="5689600" cy="1168400"/>
          </a:xfrm>
          <a:custGeom>
            <a:avLst/>
            <a:gdLst/>
            <a:ahLst/>
            <a:cxnLst/>
            <a:rect l="l" t="t" r="r" b="b"/>
            <a:pathLst>
              <a:path w="5689600" h="1168400">
                <a:moveTo>
                  <a:pt x="101604" y="0"/>
                </a:moveTo>
                <a:lnTo>
                  <a:pt x="5587996" y="0"/>
                </a:lnTo>
                <a:cubicBezTo>
                  <a:pt x="5644110" y="0"/>
                  <a:pt x="5689600" y="45490"/>
                  <a:pt x="5689600" y="101604"/>
                </a:cubicBezTo>
                <a:lnTo>
                  <a:pt x="5689600" y="1066796"/>
                </a:lnTo>
                <a:cubicBezTo>
                  <a:pt x="5689600" y="1122910"/>
                  <a:pt x="5644110" y="1168400"/>
                  <a:pt x="5587996" y="1168400"/>
                </a:cubicBezTo>
                <a:lnTo>
                  <a:pt x="101604" y="1168400"/>
                </a:lnTo>
                <a:cubicBezTo>
                  <a:pt x="45490" y="1168400"/>
                  <a:pt x="0" y="1122910"/>
                  <a:pt x="0" y="1066796"/>
                </a:cubicBezTo>
                <a:lnTo>
                  <a:pt x="0" y="101604"/>
                </a:lnTo>
                <a:cubicBezTo>
                  <a:pt x="0" y="45527"/>
                  <a:pt x="45527" y="0"/>
                  <a:pt x="101604" y="0"/>
                </a:cubicBezTo>
                <a:close/>
              </a:path>
            </a:pathLst>
          </a:custGeom>
          <a:solidFill>
            <a:srgbClr val="4A90E2">
              <a:alpha val="10196"/>
            </a:srgbClr>
          </a:solid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rPr>
              <a:t>	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457200" y="4622800"/>
            <a:ext cx="53848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457200" y="5029200"/>
            <a:ext cx="3134412" cy="457200"/>
          </a:xfrm>
          <a:prstGeom prst="rect">
            <a:avLst/>
          </a:prstGeom>
          <a:noFill/>
        </p:spPr>
        <p:txBody>
          <a:bodyPr wrap="square" lIns="152400" tIns="50800" rIns="152400" bIns="50800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1219200" y="5029200"/>
            <a:ext cx="749300" cy="355600"/>
          </a:xfrm>
          <a:prstGeom prst="rect">
            <a:avLst/>
          </a:prstGeom>
          <a:noFill/>
        </p:spPr>
        <p:txBody>
          <a:bodyPr wrap="square" lIns="152400" tIns="50800" rIns="152400" bIns="50800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1981200" y="5029200"/>
            <a:ext cx="1104900" cy="355600"/>
          </a:xfrm>
          <a:prstGeom prst="rect">
            <a:avLst/>
          </a:prstGeom>
          <a:noFill/>
        </p:spPr>
        <p:txBody>
          <a:bodyPr wrap="square" lIns="152400" tIns="50800" rIns="152400" bIns="50800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6248400" y="4419600"/>
            <a:ext cx="5689600" cy="1168400"/>
          </a:xfrm>
          <a:custGeom>
            <a:avLst/>
            <a:gdLst/>
            <a:ahLst/>
            <a:cxnLst/>
            <a:rect l="l" t="t" r="r" b="b"/>
            <a:pathLst>
              <a:path w="5689600" h="1168400">
                <a:moveTo>
                  <a:pt x="101604" y="0"/>
                </a:moveTo>
                <a:lnTo>
                  <a:pt x="5587996" y="0"/>
                </a:lnTo>
                <a:cubicBezTo>
                  <a:pt x="5644110" y="0"/>
                  <a:pt x="5689600" y="45490"/>
                  <a:pt x="5689600" y="101604"/>
                </a:cubicBezTo>
                <a:lnTo>
                  <a:pt x="5689600" y="1066796"/>
                </a:lnTo>
                <a:cubicBezTo>
                  <a:pt x="5689600" y="1122910"/>
                  <a:pt x="5644110" y="1168400"/>
                  <a:pt x="5587996" y="1168400"/>
                </a:cubicBezTo>
                <a:lnTo>
                  <a:pt x="101604" y="1168400"/>
                </a:lnTo>
                <a:cubicBezTo>
                  <a:pt x="45490" y="1168400"/>
                  <a:pt x="0" y="1122910"/>
                  <a:pt x="0" y="1066796"/>
                </a:cubicBezTo>
                <a:lnTo>
                  <a:pt x="0" y="101604"/>
                </a:lnTo>
                <a:cubicBezTo>
                  <a:pt x="0" y="45527"/>
                  <a:pt x="45527" y="0"/>
                  <a:pt x="101604" y="0"/>
                </a:cubicBezTo>
                <a:close/>
              </a:path>
            </a:pathLst>
          </a:custGeom>
          <a:solidFill>
            <a:srgbClr val="4A90E2">
              <a:alpha val="10196"/>
            </a:srgbClr>
          </a:solid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  <p:sp>
        <p:nvSpPr>
          <p:cNvPr id="25" name="Text 6"/>
          <p:cNvSpPr/>
          <p:nvPr/>
        </p:nvSpPr>
        <p:spPr>
          <a:xfrm>
            <a:off x="8824430" y="2905464"/>
            <a:ext cx="2599383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组员都很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有责任感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，对自己负责的任务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认真负责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，在组内的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交流积极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235803" y="4689239"/>
            <a:ext cx="582723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rPr>
              <a:t>架构划分较为详细，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rPr>
              <a:t>分工明确，代码复用率有进步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rPr>
              <a:t>部分组员开发的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rPr>
              <a:t>代码可拓展性和健壮性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rPr>
              <a:t>较强</a:t>
            </a:r>
          </a:p>
        </p:txBody>
      </p:sp>
      <p:sp>
        <p:nvSpPr>
          <p:cNvPr id="5" name="Text 6"/>
          <p:cNvSpPr/>
          <p:nvPr/>
        </p:nvSpPr>
        <p:spPr>
          <a:xfrm>
            <a:off x="6624320" y="4975490"/>
            <a:ext cx="4897119" cy="1353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部分组员在开发时遇到困难会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借助多途径独立解决问题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，例如合理巧妙的借助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AI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发现问题并解决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37133573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11-20:18:00-d3l4lu0s8jdo4os5eoa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35"/>
            <a:ext cx="12190730" cy="685736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490247" y="609600"/>
            <a:ext cx="849522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4A90E2"/>
                </a:solidFill>
                <a:effectLst/>
                <a:uLnTx/>
                <a:uFillTx/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对于本次项目不足之处的反思与改进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2"/>
          <p:cNvSpPr/>
          <p:nvPr/>
        </p:nvSpPr>
        <p:spPr>
          <a:xfrm>
            <a:off x="241378" y="1422400"/>
            <a:ext cx="2511249" cy="1613031"/>
          </a:xfrm>
          <a:custGeom>
            <a:avLst/>
            <a:gdLst/>
            <a:ahLst/>
            <a:cxnLst/>
            <a:rect l="l" t="t" r="r" b="b"/>
            <a:pathLst>
              <a:path w="3314700" h="1930400">
                <a:moveTo>
                  <a:pt x="101597" y="0"/>
                </a:moveTo>
                <a:lnTo>
                  <a:pt x="3213103" y="0"/>
                </a:lnTo>
                <a:cubicBezTo>
                  <a:pt x="3269213" y="0"/>
                  <a:pt x="3314700" y="45487"/>
                  <a:pt x="3314700" y="101597"/>
                </a:cubicBezTo>
                <a:lnTo>
                  <a:pt x="3314700" y="1828803"/>
                </a:lnTo>
                <a:cubicBezTo>
                  <a:pt x="3314700" y="1884913"/>
                  <a:pt x="3269213" y="1930400"/>
                  <a:pt x="3213103" y="1930400"/>
                </a:cubicBezTo>
                <a:lnTo>
                  <a:pt x="101597" y="1930400"/>
                </a:lnTo>
                <a:cubicBezTo>
                  <a:pt x="45487" y="1930400"/>
                  <a:pt x="0" y="1884913"/>
                  <a:pt x="0" y="1828803"/>
                </a:cubicBezTo>
                <a:lnTo>
                  <a:pt x="0" y="101597"/>
                </a:lnTo>
                <a:cubicBezTo>
                  <a:pt x="0" y="45487"/>
                  <a:pt x="45487" y="0"/>
                  <a:pt x="101597" y="0"/>
                </a:cubicBezTo>
                <a:close/>
              </a:path>
            </a:pathLst>
          </a:custGeom>
          <a:solidFill>
            <a:srgbClr val="4A90E2">
              <a:alpha val="10196"/>
            </a:srgbClr>
          </a:solid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  <p:sp>
        <p:nvSpPr>
          <p:cNvPr id="8" name="Text 5"/>
          <p:cNvSpPr/>
          <p:nvPr/>
        </p:nvSpPr>
        <p:spPr>
          <a:xfrm>
            <a:off x="558877" y="1974915"/>
            <a:ext cx="198636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架构划分时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各个模块的协作逻辑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不够清晰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6"/>
          <p:cNvSpPr/>
          <p:nvPr/>
        </p:nvSpPr>
        <p:spPr>
          <a:xfrm rot="5400000">
            <a:off x="1154102" y="3314700"/>
            <a:ext cx="6858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87CEEB"/>
                </a:solidFill>
                <a:effectLst/>
                <a:uLnTx/>
                <a:uFillTx/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→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2"/>
          <p:cNvSpPr/>
          <p:nvPr/>
        </p:nvSpPr>
        <p:spPr>
          <a:xfrm>
            <a:off x="235770" y="3914743"/>
            <a:ext cx="2511249" cy="1520858"/>
          </a:xfrm>
          <a:custGeom>
            <a:avLst/>
            <a:gdLst/>
            <a:ahLst/>
            <a:cxnLst/>
            <a:rect l="l" t="t" r="r" b="b"/>
            <a:pathLst>
              <a:path w="3314700" h="1930400">
                <a:moveTo>
                  <a:pt x="101597" y="0"/>
                </a:moveTo>
                <a:lnTo>
                  <a:pt x="3213103" y="0"/>
                </a:lnTo>
                <a:cubicBezTo>
                  <a:pt x="3269213" y="0"/>
                  <a:pt x="3314700" y="45487"/>
                  <a:pt x="3314700" y="101597"/>
                </a:cubicBezTo>
                <a:lnTo>
                  <a:pt x="3314700" y="1828803"/>
                </a:lnTo>
                <a:cubicBezTo>
                  <a:pt x="3314700" y="1884913"/>
                  <a:pt x="3269213" y="1930400"/>
                  <a:pt x="3213103" y="1930400"/>
                </a:cubicBezTo>
                <a:lnTo>
                  <a:pt x="101597" y="1930400"/>
                </a:lnTo>
                <a:cubicBezTo>
                  <a:pt x="45487" y="1930400"/>
                  <a:pt x="0" y="1884913"/>
                  <a:pt x="0" y="1828803"/>
                </a:cubicBezTo>
                <a:lnTo>
                  <a:pt x="0" y="101597"/>
                </a:lnTo>
                <a:cubicBezTo>
                  <a:pt x="0" y="45487"/>
                  <a:pt x="45487" y="0"/>
                  <a:pt x="101597" y="0"/>
                </a:cubicBezTo>
                <a:close/>
              </a:path>
            </a:pathLst>
          </a:custGeom>
          <a:solidFill>
            <a:srgbClr val="4A90E2">
              <a:alpha val="10196"/>
            </a:srgbClr>
          </a:solid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  <p:sp>
        <p:nvSpPr>
          <p:cNvPr id="20" name="Text 5"/>
          <p:cNvSpPr/>
          <p:nvPr/>
        </p:nvSpPr>
        <p:spPr>
          <a:xfrm>
            <a:off x="369828" y="4519498"/>
            <a:ext cx="2243132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4A90E2"/>
                </a:solidFill>
                <a:effectLst/>
                <a:uLnTx/>
                <a:uFillTx/>
                <a:latin typeface="Noto Sans SC" panose="020B0200000000000000" pitchFamily="34" charset="-122"/>
                <a:ea typeface="Noto Sans SC" panose="020B0200000000000000" pitchFamily="34" charset="-122"/>
                <a:cs typeface="+mn-cs"/>
              </a:rPr>
              <a:t>设计架构时使用逻辑图帮助划分架构层次与关系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4A90E2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Shape 2"/>
          <p:cNvSpPr/>
          <p:nvPr/>
        </p:nvSpPr>
        <p:spPr>
          <a:xfrm>
            <a:off x="3143815" y="1422400"/>
            <a:ext cx="2511249" cy="1613031"/>
          </a:xfrm>
          <a:custGeom>
            <a:avLst/>
            <a:gdLst/>
            <a:ahLst/>
            <a:cxnLst/>
            <a:rect l="l" t="t" r="r" b="b"/>
            <a:pathLst>
              <a:path w="3314700" h="1930400">
                <a:moveTo>
                  <a:pt x="101597" y="0"/>
                </a:moveTo>
                <a:lnTo>
                  <a:pt x="3213103" y="0"/>
                </a:lnTo>
                <a:cubicBezTo>
                  <a:pt x="3269213" y="0"/>
                  <a:pt x="3314700" y="45487"/>
                  <a:pt x="3314700" y="101597"/>
                </a:cubicBezTo>
                <a:lnTo>
                  <a:pt x="3314700" y="1828803"/>
                </a:lnTo>
                <a:cubicBezTo>
                  <a:pt x="3314700" y="1884913"/>
                  <a:pt x="3269213" y="1930400"/>
                  <a:pt x="3213103" y="1930400"/>
                </a:cubicBezTo>
                <a:lnTo>
                  <a:pt x="101597" y="1930400"/>
                </a:lnTo>
                <a:cubicBezTo>
                  <a:pt x="45487" y="1930400"/>
                  <a:pt x="0" y="1884913"/>
                  <a:pt x="0" y="1828803"/>
                </a:cubicBezTo>
                <a:lnTo>
                  <a:pt x="0" y="101597"/>
                </a:lnTo>
                <a:cubicBezTo>
                  <a:pt x="0" y="45487"/>
                  <a:pt x="45487" y="0"/>
                  <a:pt x="101597" y="0"/>
                </a:cubicBezTo>
                <a:close/>
              </a:path>
            </a:pathLst>
          </a:custGeom>
          <a:solidFill>
            <a:srgbClr val="4A90E2">
              <a:alpha val="10196"/>
            </a:srgbClr>
          </a:solid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  <p:sp>
        <p:nvSpPr>
          <p:cNvPr id="32" name="Text 5"/>
          <p:cNvSpPr/>
          <p:nvPr/>
        </p:nvSpPr>
        <p:spPr>
          <a:xfrm>
            <a:off x="3308808" y="2025716"/>
            <a:ext cx="2138866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组员对于游戏整体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架构的了解不够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，并且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没有按架构要求开发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6"/>
          <p:cNvSpPr/>
          <p:nvPr/>
        </p:nvSpPr>
        <p:spPr>
          <a:xfrm rot="5400000">
            <a:off x="4056539" y="3314700"/>
            <a:ext cx="6858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87CEEB"/>
                </a:solidFill>
                <a:effectLst/>
                <a:uLnTx/>
                <a:uFillTx/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→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Shape 2"/>
          <p:cNvSpPr/>
          <p:nvPr/>
        </p:nvSpPr>
        <p:spPr>
          <a:xfrm>
            <a:off x="3138207" y="3911600"/>
            <a:ext cx="2511249" cy="2074421"/>
          </a:xfrm>
          <a:custGeom>
            <a:avLst/>
            <a:gdLst/>
            <a:ahLst/>
            <a:cxnLst/>
            <a:rect l="l" t="t" r="r" b="b"/>
            <a:pathLst>
              <a:path w="3314700" h="1930400">
                <a:moveTo>
                  <a:pt x="101597" y="0"/>
                </a:moveTo>
                <a:lnTo>
                  <a:pt x="3213103" y="0"/>
                </a:lnTo>
                <a:cubicBezTo>
                  <a:pt x="3269213" y="0"/>
                  <a:pt x="3314700" y="45487"/>
                  <a:pt x="3314700" y="101597"/>
                </a:cubicBezTo>
                <a:lnTo>
                  <a:pt x="3314700" y="1828803"/>
                </a:lnTo>
                <a:cubicBezTo>
                  <a:pt x="3314700" y="1884913"/>
                  <a:pt x="3269213" y="1930400"/>
                  <a:pt x="3213103" y="1930400"/>
                </a:cubicBezTo>
                <a:lnTo>
                  <a:pt x="101597" y="1930400"/>
                </a:lnTo>
                <a:cubicBezTo>
                  <a:pt x="45487" y="1930400"/>
                  <a:pt x="0" y="1884913"/>
                  <a:pt x="0" y="1828803"/>
                </a:cubicBezTo>
                <a:lnTo>
                  <a:pt x="0" y="101597"/>
                </a:lnTo>
                <a:cubicBezTo>
                  <a:pt x="0" y="45487"/>
                  <a:pt x="45487" y="0"/>
                  <a:pt x="101597" y="0"/>
                </a:cubicBezTo>
                <a:close/>
              </a:path>
            </a:pathLst>
          </a:custGeom>
          <a:solidFill>
            <a:srgbClr val="4A90E2">
              <a:alpha val="10196"/>
            </a:srgbClr>
          </a:solid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  <p:sp>
        <p:nvSpPr>
          <p:cNvPr id="35" name="Text 5"/>
          <p:cNvSpPr/>
          <p:nvPr/>
        </p:nvSpPr>
        <p:spPr>
          <a:xfrm>
            <a:off x="3269462" y="5073716"/>
            <a:ext cx="2243132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4A90E2"/>
                </a:solidFill>
                <a:effectLst/>
                <a:uLnTx/>
                <a:uFillTx/>
                <a:latin typeface="Noto Sans SC" panose="020B0200000000000000" pitchFamily="34" charset="-122"/>
                <a:ea typeface="Noto Sans SC" panose="020B0200000000000000" pitchFamily="34" charset="-122"/>
                <a:cs typeface="+mn-cs"/>
              </a:rPr>
              <a:t>2.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4A90E2"/>
                </a:solidFill>
                <a:effectLst/>
                <a:uLnTx/>
                <a:uFillTx/>
                <a:latin typeface="Noto Sans SC" panose="020B0200000000000000" pitchFamily="34" charset="-122"/>
                <a:ea typeface="Noto Sans SC" panose="020B0200000000000000" pitchFamily="34" charset="-122"/>
                <a:cs typeface="+mn-cs"/>
              </a:rPr>
              <a:t>开发每个模块前让组员和该模块架构负责人进行深入讨论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4A90E2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Shape 2"/>
          <p:cNvSpPr/>
          <p:nvPr/>
        </p:nvSpPr>
        <p:spPr>
          <a:xfrm>
            <a:off x="6068322" y="1423971"/>
            <a:ext cx="2511249" cy="1613031"/>
          </a:xfrm>
          <a:custGeom>
            <a:avLst/>
            <a:gdLst/>
            <a:ahLst/>
            <a:cxnLst/>
            <a:rect l="l" t="t" r="r" b="b"/>
            <a:pathLst>
              <a:path w="3314700" h="1930400">
                <a:moveTo>
                  <a:pt x="101597" y="0"/>
                </a:moveTo>
                <a:lnTo>
                  <a:pt x="3213103" y="0"/>
                </a:lnTo>
                <a:cubicBezTo>
                  <a:pt x="3269213" y="0"/>
                  <a:pt x="3314700" y="45487"/>
                  <a:pt x="3314700" y="101597"/>
                </a:cubicBezTo>
                <a:lnTo>
                  <a:pt x="3314700" y="1828803"/>
                </a:lnTo>
                <a:cubicBezTo>
                  <a:pt x="3314700" y="1884913"/>
                  <a:pt x="3269213" y="1930400"/>
                  <a:pt x="3213103" y="1930400"/>
                </a:cubicBezTo>
                <a:lnTo>
                  <a:pt x="101597" y="1930400"/>
                </a:lnTo>
                <a:cubicBezTo>
                  <a:pt x="45487" y="1930400"/>
                  <a:pt x="0" y="1884913"/>
                  <a:pt x="0" y="1828803"/>
                </a:cubicBezTo>
                <a:lnTo>
                  <a:pt x="0" y="101597"/>
                </a:lnTo>
                <a:cubicBezTo>
                  <a:pt x="0" y="45487"/>
                  <a:pt x="45487" y="0"/>
                  <a:pt x="101597" y="0"/>
                </a:cubicBezTo>
                <a:close/>
              </a:path>
            </a:pathLst>
          </a:custGeom>
          <a:solidFill>
            <a:srgbClr val="4A90E2">
              <a:alpha val="10196"/>
            </a:srgbClr>
          </a:solid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  <p:sp>
        <p:nvSpPr>
          <p:cNvPr id="37" name="Text 5"/>
          <p:cNvSpPr/>
          <p:nvPr/>
        </p:nvSpPr>
        <p:spPr>
          <a:xfrm>
            <a:off x="6148529" y="1981199"/>
            <a:ext cx="2243132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任务分配较为不均匀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Noto Sans SC" panose="020B0200000000000000" pitchFamily="34" charset="-122"/>
                <a:ea typeface="Noto Sans SC" panose="020B0200000000000000" pitchFamily="34" charset="-122"/>
                <a:cs typeface="+mn-cs"/>
              </a:rPr>
              <a:t>（导致开发后期资源浪费、效率下降）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Text 6"/>
          <p:cNvSpPr/>
          <p:nvPr/>
        </p:nvSpPr>
        <p:spPr>
          <a:xfrm rot="5400000">
            <a:off x="6981046" y="3316271"/>
            <a:ext cx="6858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87CEEB"/>
                </a:solidFill>
                <a:effectLst/>
                <a:uLnTx/>
                <a:uFillTx/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→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Shape 2"/>
          <p:cNvSpPr/>
          <p:nvPr/>
        </p:nvSpPr>
        <p:spPr>
          <a:xfrm>
            <a:off x="6062714" y="3913171"/>
            <a:ext cx="2511249" cy="2072850"/>
          </a:xfrm>
          <a:custGeom>
            <a:avLst/>
            <a:gdLst/>
            <a:ahLst/>
            <a:cxnLst/>
            <a:rect l="l" t="t" r="r" b="b"/>
            <a:pathLst>
              <a:path w="3314700" h="1930400">
                <a:moveTo>
                  <a:pt x="101597" y="0"/>
                </a:moveTo>
                <a:lnTo>
                  <a:pt x="3213103" y="0"/>
                </a:lnTo>
                <a:cubicBezTo>
                  <a:pt x="3269213" y="0"/>
                  <a:pt x="3314700" y="45487"/>
                  <a:pt x="3314700" y="101597"/>
                </a:cubicBezTo>
                <a:lnTo>
                  <a:pt x="3314700" y="1828803"/>
                </a:lnTo>
                <a:cubicBezTo>
                  <a:pt x="3314700" y="1884913"/>
                  <a:pt x="3269213" y="1930400"/>
                  <a:pt x="3213103" y="1930400"/>
                </a:cubicBezTo>
                <a:lnTo>
                  <a:pt x="101597" y="1930400"/>
                </a:lnTo>
                <a:cubicBezTo>
                  <a:pt x="45487" y="1930400"/>
                  <a:pt x="0" y="1884913"/>
                  <a:pt x="0" y="1828803"/>
                </a:cubicBezTo>
                <a:lnTo>
                  <a:pt x="0" y="101597"/>
                </a:lnTo>
                <a:cubicBezTo>
                  <a:pt x="0" y="45487"/>
                  <a:pt x="45487" y="0"/>
                  <a:pt x="101597" y="0"/>
                </a:cubicBezTo>
                <a:close/>
              </a:path>
            </a:pathLst>
          </a:custGeom>
          <a:solidFill>
            <a:srgbClr val="4A90E2">
              <a:alpha val="10196"/>
            </a:srgbClr>
          </a:solid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  <p:sp>
        <p:nvSpPr>
          <p:cNvPr id="40" name="Text 5"/>
          <p:cNvSpPr/>
          <p:nvPr/>
        </p:nvSpPr>
        <p:spPr>
          <a:xfrm>
            <a:off x="6129049" y="4619920"/>
            <a:ext cx="2243132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4A90E2"/>
                </a:solidFill>
                <a:effectLst/>
                <a:uLnTx/>
                <a:uFillTx/>
                <a:latin typeface="Noto Sans SC" panose="020B0200000000000000" pitchFamily="34" charset="-122"/>
                <a:ea typeface="Noto Sans SC" panose="020B0200000000000000" pitchFamily="34" charset="-122"/>
                <a:cs typeface="+mn-cs"/>
              </a:rPr>
              <a:t>1.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4A90E2"/>
                </a:solidFill>
                <a:effectLst/>
                <a:uLnTx/>
                <a:uFillTx/>
                <a:latin typeface="Noto Sans SC" panose="020B0200000000000000" pitchFamily="34" charset="-122"/>
                <a:ea typeface="Noto Sans SC" panose="020B0200000000000000" pitchFamily="34" charset="-122"/>
                <a:cs typeface="+mn-cs"/>
              </a:rPr>
              <a:t>架构设计时细分更多维度功能，更合理的评估任务量后再进行分配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4A90E2"/>
              </a:solidFill>
              <a:effectLst/>
              <a:uLnTx/>
              <a:uFillTx/>
              <a:latin typeface="Noto Sans SC" panose="020B0200000000000000" pitchFamily="34" charset="-122"/>
              <a:ea typeface="Noto Sans SC" panose="020B0200000000000000" pitchFamily="34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4A90E2"/>
                </a:solidFill>
                <a:effectLst/>
                <a:uLnTx/>
                <a:uFillTx/>
                <a:latin typeface="Noto Sans SC" panose="020B0200000000000000" pitchFamily="34" charset="-122"/>
                <a:ea typeface="Noto Sans SC" panose="020B0200000000000000" pitchFamily="34" charset="-122"/>
                <a:cs typeface="+mn-cs"/>
              </a:rPr>
              <a:t>2.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4A90E2"/>
                </a:solidFill>
                <a:effectLst/>
                <a:uLnTx/>
                <a:uFillTx/>
                <a:latin typeface="Noto Sans SC" panose="020B0200000000000000" pitchFamily="34" charset="-122"/>
                <a:ea typeface="Noto Sans SC" panose="020B0200000000000000" pitchFamily="34" charset="-122"/>
                <a:cs typeface="+mn-cs"/>
              </a:rPr>
              <a:t>动态调整人手，避免后期闲置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4A90E2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Shape 2"/>
          <p:cNvSpPr/>
          <p:nvPr/>
        </p:nvSpPr>
        <p:spPr>
          <a:xfrm>
            <a:off x="8998437" y="1425542"/>
            <a:ext cx="2511249" cy="1613031"/>
          </a:xfrm>
          <a:custGeom>
            <a:avLst/>
            <a:gdLst/>
            <a:ahLst/>
            <a:cxnLst/>
            <a:rect l="l" t="t" r="r" b="b"/>
            <a:pathLst>
              <a:path w="3314700" h="1930400">
                <a:moveTo>
                  <a:pt x="101597" y="0"/>
                </a:moveTo>
                <a:lnTo>
                  <a:pt x="3213103" y="0"/>
                </a:lnTo>
                <a:cubicBezTo>
                  <a:pt x="3269213" y="0"/>
                  <a:pt x="3314700" y="45487"/>
                  <a:pt x="3314700" y="101597"/>
                </a:cubicBezTo>
                <a:lnTo>
                  <a:pt x="3314700" y="1828803"/>
                </a:lnTo>
                <a:cubicBezTo>
                  <a:pt x="3314700" y="1884913"/>
                  <a:pt x="3269213" y="1930400"/>
                  <a:pt x="3213103" y="1930400"/>
                </a:cubicBezTo>
                <a:lnTo>
                  <a:pt x="101597" y="1930400"/>
                </a:lnTo>
                <a:cubicBezTo>
                  <a:pt x="45487" y="1930400"/>
                  <a:pt x="0" y="1884913"/>
                  <a:pt x="0" y="1828803"/>
                </a:cubicBezTo>
                <a:lnTo>
                  <a:pt x="0" y="101597"/>
                </a:lnTo>
                <a:cubicBezTo>
                  <a:pt x="0" y="45487"/>
                  <a:pt x="45487" y="0"/>
                  <a:pt x="101597" y="0"/>
                </a:cubicBezTo>
                <a:close/>
              </a:path>
            </a:pathLst>
          </a:custGeom>
          <a:solidFill>
            <a:srgbClr val="4A90E2">
              <a:alpha val="10196"/>
            </a:srgbClr>
          </a:solid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  <p:sp>
        <p:nvSpPr>
          <p:cNvPr id="42" name="Text 5"/>
          <p:cNvSpPr/>
          <p:nvPr/>
        </p:nvSpPr>
        <p:spPr>
          <a:xfrm>
            <a:off x="9089859" y="1998482"/>
            <a:ext cx="2317187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对于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知识与技术的掌握不够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，解决问题和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bug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困难（例如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git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仓库使用不熟练导致的开发文件丢失与提交失败等）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Text 6"/>
          <p:cNvSpPr/>
          <p:nvPr/>
        </p:nvSpPr>
        <p:spPr>
          <a:xfrm rot="5400000">
            <a:off x="9911161" y="3317842"/>
            <a:ext cx="6858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87CEEB"/>
                </a:solidFill>
                <a:effectLst/>
                <a:uLnTx/>
                <a:uFillTx/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→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Shape 2"/>
          <p:cNvSpPr/>
          <p:nvPr/>
        </p:nvSpPr>
        <p:spPr>
          <a:xfrm>
            <a:off x="8992829" y="3914742"/>
            <a:ext cx="2511249" cy="1613031"/>
          </a:xfrm>
          <a:custGeom>
            <a:avLst/>
            <a:gdLst/>
            <a:ahLst/>
            <a:cxnLst/>
            <a:rect l="l" t="t" r="r" b="b"/>
            <a:pathLst>
              <a:path w="3314700" h="1930400">
                <a:moveTo>
                  <a:pt x="101597" y="0"/>
                </a:moveTo>
                <a:lnTo>
                  <a:pt x="3213103" y="0"/>
                </a:lnTo>
                <a:cubicBezTo>
                  <a:pt x="3269213" y="0"/>
                  <a:pt x="3314700" y="45487"/>
                  <a:pt x="3314700" y="101597"/>
                </a:cubicBezTo>
                <a:lnTo>
                  <a:pt x="3314700" y="1828803"/>
                </a:lnTo>
                <a:cubicBezTo>
                  <a:pt x="3314700" y="1884913"/>
                  <a:pt x="3269213" y="1930400"/>
                  <a:pt x="3213103" y="1930400"/>
                </a:cubicBezTo>
                <a:lnTo>
                  <a:pt x="101597" y="1930400"/>
                </a:lnTo>
                <a:cubicBezTo>
                  <a:pt x="45487" y="1930400"/>
                  <a:pt x="0" y="1884913"/>
                  <a:pt x="0" y="1828803"/>
                </a:cubicBezTo>
                <a:lnTo>
                  <a:pt x="0" y="101597"/>
                </a:lnTo>
                <a:cubicBezTo>
                  <a:pt x="0" y="45487"/>
                  <a:pt x="45487" y="0"/>
                  <a:pt x="101597" y="0"/>
                </a:cubicBezTo>
                <a:close/>
              </a:path>
            </a:pathLst>
          </a:custGeom>
          <a:solidFill>
            <a:srgbClr val="4A90E2">
              <a:alpha val="10196"/>
            </a:srgbClr>
          </a:solid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  <p:sp>
        <p:nvSpPr>
          <p:cNvPr id="45" name="Text 5"/>
          <p:cNvSpPr/>
          <p:nvPr/>
        </p:nvSpPr>
        <p:spPr>
          <a:xfrm>
            <a:off x="9059164" y="4522640"/>
            <a:ext cx="2243132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4A90E2"/>
                </a:solidFill>
                <a:effectLst/>
                <a:uLnTx/>
                <a:uFillTx/>
                <a:latin typeface="Noto Sans SC" panose="020B0200000000000000" pitchFamily="34" charset="-122"/>
                <a:ea typeface="Noto Sans SC" panose="020B0200000000000000" pitchFamily="34" charset="-122"/>
                <a:cs typeface="+mn-cs"/>
              </a:rPr>
              <a:t>项目设计阶段提前详尽的确定好需要用到的技术，让相关组员提前学习并熟练运用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4A90E2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Text 5"/>
          <p:cNvSpPr/>
          <p:nvPr/>
        </p:nvSpPr>
        <p:spPr>
          <a:xfrm>
            <a:off x="3269462" y="4161411"/>
            <a:ext cx="2346709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4A90E2"/>
                </a:solidFill>
                <a:effectLst/>
                <a:uLnTx/>
                <a:uFillTx/>
                <a:latin typeface="Noto Sans SC" panose="020B0200000000000000" pitchFamily="34" charset="-122"/>
                <a:ea typeface="Noto Sans SC" panose="020B0200000000000000" pitchFamily="34" charset="-122"/>
                <a:cs typeface="+mn-cs"/>
              </a:rPr>
              <a:t>1.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4A90E2"/>
                </a:solidFill>
                <a:effectLst/>
                <a:uLnTx/>
                <a:uFillTx/>
                <a:latin typeface="Noto Sans SC" panose="020B0200000000000000" pitchFamily="34" charset="-122"/>
                <a:ea typeface="Noto Sans SC" panose="020B0200000000000000" pitchFamily="34" charset="-122"/>
                <a:cs typeface="+mn-cs"/>
              </a:rPr>
              <a:t>开发前开会详细讲解架构内容，让每个组员熟悉整体框架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4A90E2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文本框 46"/>
          <p:cNvSpPr txBox="1"/>
          <p:nvPr/>
        </p:nvSpPr>
        <p:spPr>
          <a:xfrm rot="5400000">
            <a:off x="5616117" y="5986293"/>
            <a:ext cx="89319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rPr>
              <a:t>……</a:t>
            </a:r>
            <a:endParaRPr kumimoji="0" lang="zh-CN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35513733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93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11-20:17:34-d3l4lngs8jdo4os5env0.png"/>
          <p:cNvPicPr>
            <a:picLocks noChangeAspect="1"/>
          </p:cNvPicPr>
          <p:nvPr/>
        </p:nvPicPr>
        <p:blipFill>
          <a:blip r:embed="rId4"/>
          <a:srcRect l="1375" r="1375"/>
          <a:stretch>
            <a:fillRect/>
          </a:stretch>
        </p:blipFill>
        <p:spPr>
          <a:xfrm>
            <a:off x="-635" y="0"/>
            <a:ext cx="1219390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982470" y="1786255"/>
            <a:ext cx="8226425" cy="1353741"/>
          </a:xfrm>
          <a:prstGeom prst="rect">
            <a:avLst/>
          </a:prstGeom>
          <a:noFill/>
        </p:spPr>
        <p:txBody>
          <a:bodyPr wrap="square" lIns="99695" tIns="49784" rIns="99695" bIns="49784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8800" dirty="0">
                <a:solidFill>
                  <a:srgbClr val="2142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THANK YOU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2892743" y="3162935"/>
            <a:ext cx="6405880" cy="1129030"/>
          </a:xfrm>
          <a:prstGeom prst="rect">
            <a:avLst/>
          </a:prstGeom>
          <a:noFill/>
        </p:spPr>
        <p:txBody>
          <a:bodyPr wrap="square" lIns="99695" tIns="49784" rIns="99695" bIns="49784" rtlCol="0" anchor="t"/>
          <a:lstStyle/>
          <a:p>
            <a:pPr algn="ctr">
              <a:lnSpc>
                <a:spcPct val="100000"/>
              </a:lnSpc>
            </a:pPr>
            <a:r>
              <a:rPr lang="en-US" sz="66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感谢大家观看</a:t>
            </a:r>
            <a:endParaRPr lang="en-US" sz="1600" dirty="0"/>
          </a:p>
        </p:txBody>
      </p:sp>
      <p:pic>
        <p:nvPicPr>
          <p:cNvPr id="5" name="Image 1" descr="https://kimi-img.moonshot.cn/pub/slides/slides_tmpl/image/25-10-11-20:18:12-d3l4m10s8jdo4os5eof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3055" y="247015"/>
            <a:ext cx="4222115" cy="1539240"/>
          </a:xfrm>
          <a:prstGeom prst="rect">
            <a:avLst/>
          </a:prstGeom>
        </p:spPr>
      </p:pic>
      <p:pic>
        <p:nvPicPr>
          <p:cNvPr id="6" name="Image 2" descr="https://kimi-img.moonshot.cn/pub/slides/slides_tmpl/image/25-10-11-20:18:12-d3l4m10s8jdo4os5eof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32090" y="4912360"/>
            <a:ext cx="4222115" cy="1539240"/>
          </a:xfrm>
          <a:prstGeom prst="rect">
            <a:avLst/>
          </a:prstGeom>
        </p:spPr>
      </p:pic>
      <p:pic>
        <p:nvPicPr>
          <p:cNvPr id="7" name="Image 3" descr="https://kimi-img.moonshot.cn/pub/slides/slides_tmpl/image/25-10-11-20:17:33-d3l4ln8s8jdo4os5enr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9595" y="5358130"/>
            <a:ext cx="3222625" cy="648335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568960" y="5503545"/>
            <a:ext cx="3179445" cy="3987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汇报人：</a:t>
            </a:r>
            <a:r>
              <a:rPr lang="zh-CN" alt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清绪</a:t>
            </a:r>
            <a:r>
              <a:rPr lang="en-US" altLang="zh-CN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&amp;</a:t>
            </a:r>
            <a:r>
              <a:rPr lang="zh-CN" alt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浮生若梦</a:t>
            </a:r>
          </a:p>
        </p:txBody>
      </p:sp>
      <p:sp>
        <p:nvSpPr>
          <p:cNvPr id="9" name="Text 3"/>
          <p:cNvSpPr/>
          <p:nvPr/>
        </p:nvSpPr>
        <p:spPr>
          <a:xfrm>
            <a:off x="7647305" y="617220"/>
            <a:ext cx="3938270" cy="38163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r">
              <a:lnSpc>
                <a:spcPct val="100000"/>
              </a:lnSpc>
            </a:pPr>
            <a:r>
              <a:rPr lang="en-US" sz="18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汇报时间：2025/12/03</a:t>
            </a:r>
            <a:endParaRPr lang="en-US" sz="1600" dirty="0"/>
          </a:p>
        </p:txBody>
      </p:sp>
      <p:sp>
        <p:nvSpPr>
          <p:cNvPr id="10" name="Shape 4"/>
          <p:cNvSpPr/>
          <p:nvPr/>
        </p:nvSpPr>
        <p:spPr>
          <a:xfrm>
            <a:off x="957050" y="816263"/>
            <a:ext cx="878810" cy="279259"/>
          </a:xfrm>
          <a:custGeom>
            <a:avLst/>
            <a:gdLst/>
            <a:ahLst/>
            <a:cxnLst/>
            <a:rect l="l" t="t" r="r" b="b"/>
            <a:pathLst>
              <a:path w="878810" h="279259">
                <a:moveTo>
                  <a:pt x="192859" y="139265"/>
                </a:moveTo>
                <a:lnTo>
                  <a:pt x="54326" y="-101"/>
                </a:lnTo>
                <a:lnTo>
                  <a:pt x="-976" y="55587"/>
                </a:lnTo>
                <a:lnTo>
                  <a:pt x="43352" y="100198"/>
                </a:lnTo>
                <a:lnTo>
                  <a:pt x="78533" y="139582"/>
                </a:lnTo>
                <a:lnTo>
                  <a:pt x="43352" y="178953"/>
                </a:lnTo>
                <a:lnTo>
                  <a:pt x="-976" y="223565"/>
                </a:lnTo>
                <a:lnTo>
                  <a:pt x="54326" y="279259"/>
                </a:lnTo>
                <a:lnTo>
                  <a:pt x="192859" y="139893"/>
                </a:lnTo>
                <a:lnTo>
                  <a:pt x="192553" y="139576"/>
                </a:lnTo>
                <a:close/>
                <a:moveTo>
                  <a:pt x="421509" y="139265"/>
                </a:moveTo>
                <a:lnTo>
                  <a:pt x="282977" y="-101"/>
                </a:lnTo>
                <a:lnTo>
                  <a:pt x="227674" y="55587"/>
                </a:lnTo>
                <a:lnTo>
                  <a:pt x="272002" y="100198"/>
                </a:lnTo>
                <a:lnTo>
                  <a:pt x="307123" y="139582"/>
                </a:lnTo>
                <a:lnTo>
                  <a:pt x="272002" y="178953"/>
                </a:lnTo>
                <a:lnTo>
                  <a:pt x="227674" y="223565"/>
                </a:lnTo>
                <a:lnTo>
                  <a:pt x="282977" y="279259"/>
                </a:lnTo>
                <a:lnTo>
                  <a:pt x="421509" y="139893"/>
                </a:lnTo>
                <a:lnTo>
                  <a:pt x="421204" y="139576"/>
                </a:lnTo>
                <a:close/>
                <a:moveTo>
                  <a:pt x="650160" y="139265"/>
                </a:moveTo>
                <a:lnTo>
                  <a:pt x="511627" y="-101"/>
                </a:lnTo>
                <a:lnTo>
                  <a:pt x="456264" y="55587"/>
                </a:lnTo>
                <a:lnTo>
                  <a:pt x="500653" y="100198"/>
                </a:lnTo>
                <a:lnTo>
                  <a:pt x="535774" y="139582"/>
                </a:lnTo>
                <a:lnTo>
                  <a:pt x="500653" y="178953"/>
                </a:lnTo>
                <a:lnTo>
                  <a:pt x="456264" y="223565"/>
                </a:lnTo>
                <a:lnTo>
                  <a:pt x="511627" y="279259"/>
                </a:lnTo>
                <a:lnTo>
                  <a:pt x="650160" y="139893"/>
                </a:lnTo>
                <a:lnTo>
                  <a:pt x="649854" y="139576"/>
                </a:lnTo>
                <a:close/>
                <a:moveTo>
                  <a:pt x="878810" y="139265"/>
                </a:moveTo>
                <a:lnTo>
                  <a:pt x="740277" y="-101"/>
                </a:lnTo>
                <a:lnTo>
                  <a:pt x="684914" y="55587"/>
                </a:lnTo>
                <a:lnTo>
                  <a:pt x="729242" y="100198"/>
                </a:lnTo>
                <a:lnTo>
                  <a:pt x="764423" y="139582"/>
                </a:lnTo>
                <a:lnTo>
                  <a:pt x="729242" y="178953"/>
                </a:lnTo>
                <a:lnTo>
                  <a:pt x="684914" y="223565"/>
                </a:lnTo>
                <a:lnTo>
                  <a:pt x="740277" y="279259"/>
                </a:lnTo>
                <a:lnTo>
                  <a:pt x="878810" y="139893"/>
                </a:lnTo>
                <a:lnTo>
                  <a:pt x="878444" y="139576"/>
                </a:lnTo>
                <a:close/>
              </a:path>
            </a:pathLst>
          </a:custGeom>
          <a:solidFill>
            <a:srgbClr val="2142EF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1" name="Text 5"/>
          <p:cNvSpPr/>
          <p:nvPr/>
        </p:nvSpPr>
        <p:spPr>
          <a:xfrm>
            <a:off x="957050" y="816263"/>
            <a:ext cx="878810" cy="279259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" name="Shape 6"/>
          <p:cNvSpPr/>
          <p:nvPr/>
        </p:nvSpPr>
        <p:spPr>
          <a:xfrm>
            <a:off x="10209195" y="4015704"/>
            <a:ext cx="1141923" cy="723293"/>
          </a:xfrm>
          <a:custGeom>
            <a:avLst/>
            <a:gdLst/>
            <a:ahLst/>
            <a:cxnLst/>
            <a:rect l="l" t="t" r="r" b="b"/>
            <a:pathLst>
              <a:path w="1141923" h="723293">
                <a:moveTo>
                  <a:pt x="50838" y="25788"/>
                </a:moveTo>
                <a:cubicBezTo>
                  <a:pt x="50838" y="40086"/>
                  <a:pt x="39239" y="51676"/>
                  <a:pt x="24931" y="51676"/>
                </a:cubicBezTo>
                <a:cubicBezTo>
                  <a:pt x="10623" y="51676"/>
                  <a:pt x="-976" y="40086"/>
                  <a:pt x="-976" y="25788"/>
                </a:cubicBezTo>
                <a:cubicBezTo>
                  <a:pt x="-976" y="11490"/>
                  <a:pt x="10623" y="-101"/>
                  <a:pt x="24931" y="-101"/>
                </a:cubicBezTo>
                <a:cubicBezTo>
                  <a:pt x="39233" y="-108"/>
                  <a:pt x="50831" y="11473"/>
                  <a:pt x="50838" y="25763"/>
                </a:cubicBezTo>
                <a:cubicBezTo>
                  <a:pt x="50838" y="25772"/>
                  <a:pt x="50838" y="25780"/>
                  <a:pt x="50838" y="25788"/>
                </a:cubicBezTo>
                <a:close/>
                <a:moveTo>
                  <a:pt x="269068" y="25788"/>
                </a:moveTo>
                <a:cubicBezTo>
                  <a:pt x="269068" y="40086"/>
                  <a:pt x="257469" y="51676"/>
                  <a:pt x="243160" y="51676"/>
                </a:cubicBezTo>
                <a:cubicBezTo>
                  <a:pt x="228853" y="51676"/>
                  <a:pt x="217253" y="40086"/>
                  <a:pt x="217253" y="25788"/>
                </a:cubicBezTo>
                <a:cubicBezTo>
                  <a:pt x="217253" y="11490"/>
                  <a:pt x="228853" y="-101"/>
                  <a:pt x="243160" y="-101"/>
                </a:cubicBezTo>
                <a:cubicBezTo>
                  <a:pt x="257461" y="-84"/>
                  <a:pt x="269051" y="11497"/>
                  <a:pt x="269068" y="25788"/>
                </a:cubicBezTo>
                <a:close/>
                <a:moveTo>
                  <a:pt x="487237" y="25788"/>
                </a:moveTo>
                <a:cubicBezTo>
                  <a:pt x="487237" y="40086"/>
                  <a:pt x="475637" y="51676"/>
                  <a:pt x="461329" y="51676"/>
                </a:cubicBezTo>
                <a:cubicBezTo>
                  <a:pt x="447021" y="51676"/>
                  <a:pt x="435422" y="40086"/>
                  <a:pt x="435422" y="25788"/>
                </a:cubicBezTo>
                <a:cubicBezTo>
                  <a:pt x="435422" y="11490"/>
                  <a:pt x="447021" y="-101"/>
                  <a:pt x="461329" y="-101"/>
                </a:cubicBezTo>
                <a:cubicBezTo>
                  <a:pt x="475631" y="-108"/>
                  <a:pt x="487229" y="11473"/>
                  <a:pt x="487237" y="25763"/>
                </a:cubicBezTo>
                <a:cubicBezTo>
                  <a:pt x="487237" y="25772"/>
                  <a:pt x="487237" y="25780"/>
                  <a:pt x="487237" y="25788"/>
                </a:cubicBezTo>
                <a:close/>
                <a:moveTo>
                  <a:pt x="705466" y="25788"/>
                </a:moveTo>
                <a:cubicBezTo>
                  <a:pt x="705466" y="40086"/>
                  <a:pt x="693867" y="51676"/>
                  <a:pt x="679559" y="51676"/>
                </a:cubicBezTo>
                <a:cubicBezTo>
                  <a:pt x="665250" y="51676"/>
                  <a:pt x="653652" y="40086"/>
                  <a:pt x="653652" y="25788"/>
                </a:cubicBezTo>
                <a:cubicBezTo>
                  <a:pt x="653652" y="11490"/>
                  <a:pt x="665250" y="-101"/>
                  <a:pt x="679559" y="-101"/>
                </a:cubicBezTo>
                <a:cubicBezTo>
                  <a:pt x="693861" y="-108"/>
                  <a:pt x="705458" y="11473"/>
                  <a:pt x="705466" y="25763"/>
                </a:cubicBezTo>
                <a:cubicBezTo>
                  <a:pt x="705466" y="25772"/>
                  <a:pt x="705466" y="25780"/>
                  <a:pt x="705466" y="25788"/>
                </a:cubicBezTo>
                <a:close/>
                <a:moveTo>
                  <a:pt x="923695" y="25788"/>
                </a:moveTo>
                <a:cubicBezTo>
                  <a:pt x="923695" y="40086"/>
                  <a:pt x="912096" y="51676"/>
                  <a:pt x="897788" y="51676"/>
                </a:cubicBezTo>
                <a:cubicBezTo>
                  <a:pt x="883481" y="51676"/>
                  <a:pt x="871881" y="40086"/>
                  <a:pt x="871881" y="25788"/>
                </a:cubicBezTo>
                <a:cubicBezTo>
                  <a:pt x="871881" y="11490"/>
                  <a:pt x="883481" y="-101"/>
                  <a:pt x="897788" y="-101"/>
                </a:cubicBezTo>
                <a:cubicBezTo>
                  <a:pt x="912090" y="-108"/>
                  <a:pt x="923688" y="11473"/>
                  <a:pt x="923695" y="25763"/>
                </a:cubicBezTo>
                <a:cubicBezTo>
                  <a:pt x="923695" y="25772"/>
                  <a:pt x="923695" y="25780"/>
                  <a:pt x="923695" y="25788"/>
                </a:cubicBezTo>
                <a:close/>
                <a:moveTo>
                  <a:pt x="1141923" y="25788"/>
                </a:moveTo>
                <a:cubicBezTo>
                  <a:pt x="1141923" y="40086"/>
                  <a:pt x="1130324" y="51676"/>
                  <a:pt x="1116016" y="51676"/>
                </a:cubicBezTo>
                <a:cubicBezTo>
                  <a:pt x="1101708" y="51676"/>
                  <a:pt x="1090109" y="40086"/>
                  <a:pt x="1090109" y="25788"/>
                </a:cubicBezTo>
                <a:cubicBezTo>
                  <a:pt x="1090109" y="11490"/>
                  <a:pt x="1101708" y="-101"/>
                  <a:pt x="1116016" y="-101"/>
                </a:cubicBezTo>
                <a:cubicBezTo>
                  <a:pt x="1130316" y="-84"/>
                  <a:pt x="1141907" y="11497"/>
                  <a:pt x="1141923" y="25788"/>
                </a:cubicBezTo>
                <a:close/>
                <a:moveTo>
                  <a:pt x="50838" y="193692"/>
                </a:moveTo>
                <a:cubicBezTo>
                  <a:pt x="50838" y="207990"/>
                  <a:pt x="39239" y="219580"/>
                  <a:pt x="24931" y="219580"/>
                </a:cubicBezTo>
                <a:cubicBezTo>
                  <a:pt x="10623" y="219580"/>
                  <a:pt x="-976" y="207990"/>
                  <a:pt x="-976" y="193692"/>
                </a:cubicBezTo>
                <a:cubicBezTo>
                  <a:pt x="-976" y="179394"/>
                  <a:pt x="10623" y="167803"/>
                  <a:pt x="24931" y="167803"/>
                </a:cubicBezTo>
                <a:cubicBezTo>
                  <a:pt x="39233" y="167796"/>
                  <a:pt x="50831" y="179377"/>
                  <a:pt x="50838" y="193668"/>
                </a:cubicBezTo>
                <a:cubicBezTo>
                  <a:pt x="50838" y="193676"/>
                  <a:pt x="50838" y="193684"/>
                  <a:pt x="50838" y="193692"/>
                </a:cubicBezTo>
                <a:close/>
                <a:moveTo>
                  <a:pt x="269068" y="193692"/>
                </a:moveTo>
                <a:cubicBezTo>
                  <a:pt x="269068" y="207990"/>
                  <a:pt x="257469" y="219580"/>
                  <a:pt x="243160" y="219580"/>
                </a:cubicBezTo>
                <a:cubicBezTo>
                  <a:pt x="228853" y="219580"/>
                  <a:pt x="217253" y="207990"/>
                  <a:pt x="217253" y="193692"/>
                </a:cubicBezTo>
                <a:cubicBezTo>
                  <a:pt x="217253" y="179394"/>
                  <a:pt x="228853" y="167803"/>
                  <a:pt x="243160" y="167803"/>
                </a:cubicBezTo>
                <a:cubicBezTo>
                  <a:pt x="257461" y="167820"/>
                  <a:pt x="269051" y="179401"/>
                  <a:pt x="269068" y="193692"/>
                </a:cubicBezTo>
                <a:close/>
                <a:moveTo>
                  <a:pt x="487237" y="193692"/>
                </a:moveTo>
                <a:cubicBezTo>
                  <a:pt x="487237" y="207990"/>
                  <a:pt x="475637" y="219580"/>
                  <a:pt x="461329" y="219580"/>
                </a:cubicBezTo>
                <a:cubicBezTo>
                  <a:pt x="447021" y="219580"/>
                  <a:pt x="435422" y="207990"/>
                  <a:pt x="435422" y="193692"/>
                </a:cubicBezTo>
                <a:cubicBezTo>
                  <a:pt x="435422" y="179394"/>
                  <a:pt x="447021" y="167803"/>
                  <a:pt x="461329" y="167803"/>
                </a:cubicBezTo>
                <a:cubicBezTo>
                  <a:pt x="475631" y="167796"/>
                  <a:pt x="487229" y="179377"/>
                  <a:pt x="487237" y="193668"/>
                </a:cubicBezTo>
                <a:cubicBezTo>
                  <a:pt x="487237" y="193676"/>
                  <a:pt x="487237" y="193684"/>
                  <a:pt x="487237" y="193692"/>
                </a:cubicBezTo>
                <a:close/>
                <a:moveTo>
                  <a:pt x="705466" y="193692"/>
                </a:moveTo>
                <a:cubicBezTo>
                  <a:pt x="705466" y="207990"/>
                  <a:pt x="693867" y="219580"/>
                  <a:pt x="679559" y="219580"/>
                </a:cubicBezTo>
                <a:cubicBezTo>
                  <a:pt x="665250" y="219580"/>
                  <a:pt x="653652" y="207990"/>
                  <a:pt x="653652" y="193692"/>
                </a:cubicBezTo>
                <a:cubicBezTo>
                  <a:pt x="653652" y="179394"/>
                  <a:pt x="665250" y="167803"/>
                  <a:pt x="679559" y="167803"/>
                </a:cubicBezTo>
                <a:cubicBezTo>
                  <a:pt x="693861" y="167796"/>
                  <a:pt x="705458" y="179377"/>
                  <a:pt x="705466" y="193668"/>
                </a:cubicBezTo>
                <a:cubicBezTo>
                  <a:pt x="705466" y="193676"/>
                  <a:pt x="705466" y="193684"/>
                  <a:pt x="705466" y="193692"/>
                </a:cubicBezTo>
                <a:close/>
                <a:moveTo>
                  <a:pt x="923695" y="193692"/>
                </a:moveTo>
                <a:cubicBezTo>
                  <a:pt x="923695" y="207990"/>
                  <a:pt x="912096" y="219580"/>
                  <a:pt x="897788" y="219580"/>
                </a:cubicBezTo>
                <a:cubicBezTo>
                  <a:pt x="883481" y="219580"/>
                  <a:pt x="871881" y="207990"/>
                  <a:pt x="871881" y="193692"/>
                </a:cubicBezTo>
                <a:cubicBezTo>
                  <a:pt x="871881" y="179394"/>
                  <a:pt x="883481" y="167803"/>
                  <a:pt x="897788" y="167803"/>
                </a:cubicBezTo>
                <a:cubicBezTo>
                  <a:pt x="912090" y="167796"/>
                  <a:pt x="923688" y="179377"/>
                  <a:pt x="923695" y="193668"/>
                </a:cubicBezTo>
                <a:cubicBezTo>
                  <a:pt x="923695" y="193676"/>
                  <a:pt x="923695" y="193684"/>
                  <a:pt x="923695" y="193692"/>
                </a:cubicBezTo>
                <a:close/>
                <a:moveTo>
                  <a:pt x="1141923" y="193692"/>
                </a:moveTo>
                <a:cubicBezTo>
                  <a:pt x="1141923" y="207990"/>
                  <a:pt x="1130324" y="219580"/>
                  <a:pt x="1116016" y="219580"/>
                </a:cubicBezTo>
                <a:cubicBezTo>
                  <a:pt x="1101708" y="219580"/>
                  <a:pt x="1090109" y="207990"/>
                  <a:pt x="1090109" y="193692"/>
                </a:cubicBezTo>
                <a:cubicBezTo>
                  <a:pt x="1090109" y="179394"/>
                  <a:pt x="1101708" y="167803"/>
                  <a:pt x="1116016" y="167803"/>
                </a:cubicBezTo>
                <a:cubicBezTo>
                  <a:pt x="1130316" y="167820"/>
                  <a:pt x="1141907" y="179401"/>
                  <a:pt x="1141923" y="193692"/>
                </a:cubicBezTo>
                <a:close/>
                <a:moveTo>
                  <a:pt x="50838" y="361596"/>
                </a:moveTo>
                <a:cubicBezTo>
                  <a:pt x="50838" y="375894"/>
                  <a:pt x="39239" y="387485"/>
                  <a:pt x="24931" y="387485"/>
                </a:cubicBezTo>
                <a:cubicBezTo>
                  <a:pt x="10623" y="387485"/>
                  <a:pt x="-976" y="375894"/>
                  <a:pt x="-976" y="361596"/>
                </a:cubicBezTo>
                <a:cubicBezTo>
                  <a:pt x="-976" y="347298"/>
                  <a:pt x="10623" y="335707"/>
                  <a:pt x="24931" y="335707"/>
                </a:cubicBezTo>
                <a:cubicBezTo>
                  <a:pt x="39233" y="335700"/>
                  <a:pt x="50831" y="347280"/>
                  <a:pt x="50838" y="361571"/>
                </a:cubicBezTo>
                <a:cubicBezTo>
                  <a:pt x="50838" y="361579"/>
                  <a:pt x="50838" y="361588"/>
                  <a:pt x="50838" y="361596"/>
                </a:cubicBezTo>
                <a:close/>
                <a:moveTo>
                  <a:pt x="269068" y="361596"/>
                </a:moveTo>
                <a:cubicBezTo>
                  <a:pt x="269068" y="375894"/>
                  <a:pt x="257469" y="387485"/>
                  <a:pt x="243160" y="387485"/>
                </a:cubicBezTo>
                <a:cubicBezTo>
                  <a:pt x="228853" y="387485"/>
                  <a:pt x="217253" y="375894"/>
                  <a:pt x="217253" y="361596"/>
                </a:cubicBezTo>
                <a:cubicBezTo>
                  <a:pt x="217253" y="347298"/>
                  <a:pt x="228853" y="335707"/>
                  <a:pt x="243160" y="335707"/>
                </a:cubicBezTo>
                <a:cubicBezTo>
                  <a:pt x="257461" y="335724"/>
                  <a:pt x="269051" y="347305"/>
                  <a:pt x="269068" y="361596"/>
                </a:cubicBezTo>
                <a:close/>
                <a:moveTo>
                  <a:pt x="487237" y="361596"/>
                </a:moveTo>
                <a:cubicBezTo>
                  <a:pt x="487237" y="375894"/>
                  <a:pt x="475637" y="387485"/>
                  <a:pt x="461329" y="387485"/>
                </a:cubicBezTo>
                <a:cubicBezTo>
                  <a:pt x="447021" y="387485"/>
                  <a:pt x="435422" y="375894"/>
                  <a:pt x="435422" y="361596"/>
                </a:cubicBezTo>
                <a:cubicBezTo>
                  <a:pt x="435422" y="347298"/>
                  <a:pt x="447021" y="335707"/>
                  <a:pt x="461329" y="335707"/>
                </a:cubicBezTo>
                <a:cubicBezTo>
                  <a:pt x="475631" y="335700"/>
                  <a:pt x="487229" y="347280"/>
                  <a:pt x="487237" y="361571"/>
                </a:cubicBezTo>
                <a:cubicBezTo>
                  <a:pt x="487237" y="361579"/>
                  <a:pt x="487237" y="361588"/>
                  <a:pt x="487237" y="361596"/>
                </a:cubicBezTo>
                <a:close/>
                <a:moveTo>
                  <a:pt x="705466" y="361596"/>
                </a:moveTo>
                <a:cubicBezTo>
                  <a:pt x="705466" y="375894"/>
                  <a:pt x="693867" y="387485"/>
                  <a:pt x="679559" y="387485"/>
                </a:cubicBezTo>
                <a:cubicBezTo>
                  <a:pt x="665250" y="387485"/>
                  <a:pt x="653652" y="375894"/>
                  <a:pt x="653652" y="361596"/>
                </a:cubicBezTo>
                <a:cubicBezTo>
                  <a:pt x="653652" y="347298"/>
                  <a:pt x="665250" y="335707"/>
                  <a:pt x="679559" y="335707"/>
                </a:cubicBezTo>
                <a:cubicBezTo>
                  <a:pt x="693861" y="335700"/>
                  <a:pt x="705458" y="347280"/>
                  <a:pt x="705466" y="361571"/>
                </a:cubicBezTo>
                <a:cubicBezTo>
                  <a:pt x="705466" y="361579"/>
                  <a:pt x="705466" y="361588"/>
                  <a:pt x="705466" y="361596"/>
                </a:cubicBezTo>
                <a:close/>
                <a:moveTo>
                  <a:pt x="923695" y="361596"/>
                </a:moveTo>
                <a:cubicBezTo>
                  <a:pt x="923695" y="375894"/>
                  <a:pt x="912096" y="387485"/>
                  <a:pt x="897788" y="387485"/>
                </a:cubicBezTo>
                <a:cubicBezTo>
                  <a:pt x="883481" y="387485"/>
                  <a:pt x="871881" y="375894"/>
                  <a:pt x="871881" y="361596"/>
                </a:cubicBezTo>
                <a:cubicBezTo>
                  <a:pt x="871881" y="347298"/>
                  <a:pt x="883481" y="335707"/>
                  <a:pt x="897788" y="335707"/>
                </a:cubicBezTo>
                <a:cubicBezTo>
                  <a:pt x="912090" y="335700"/>
                  <a:pt x="923688" y="347280"/>
                  <a:pt x="923695" y="361571"/>
                </a:cubicBezTo>
                <a:cubicBezTo>
                  <a:pt x="923695" y="361579"/>
                  <a:pt x="923695" y="361588"/>
                  <a:pt x="923695" y="361596"/>
                </a:cubicBezTo>
                <a:close/>
                <a:moveTo>
                  <a:pt x="1141923" y="361596"/>
                </a:moveTo>
                <a:cubicBezTo>
                  <a:pt x="1141923" y="375894"/>
                  <a:pt x="1130324" y="387485"/>
                  <a:pt x="1116016" y="387485"/>
                </a:cubicBezTo>
                <a:cubicBezTo>
                  <a:pt x="1101708" y="387485"/>
                  <a:pt x="1090109" y="375894"/>
                  <a:pt x="1090109" y="361596"/>
                </a:cubicBezTo>
                <a:cubicBezTo>
                  <a:pt x="1090109" y="347298"/>
                  <a:pt x="1101708" y="335707"/>
                  <a:pt x="1116016" y="335707"/>
                </a:cubicBezTo>
                <a:cubicBezTo>
                  <a:pt x="1130316" y="335724"/>
                  <a:pt x="1141907" y="347305"/>
                  <a:pt x="1141923" y="361596"/>
                </a:cubicBezTo>
                <a:close/>
                <a:moveTo>
                  <a:pt x="50838" y="529500"/>
                </a:moveTo>
                <a:cubicBezTo>
                  <a:pt x="50838" y="543798"/>
                  <a:pt x="39239" y="555389"/>
                  <a:pt x="24931" y="555389"/>
                </a:cubicBezTo>
                <a:cubicBezTo>
                  <a:pt x="10623" y="555389"/>
                  <a:pt x="-976" y="543798"/>
                  <a:pt x="-976" y="529500"/>
                </a:cubicBezTo>
                <a:cubicBezTo>
                  <a:pt x="-976" y="515202"/>
                  <a:pt x="10623" y="503612"/>
                  <a:pt x="24931" y="503612"/>
                </a:cubicBezTo>
                <a:cubicBezTo>
                  <a:pt x="39233" y="503605"/>
                  <a:pt x="50831" y="515184"/>
                  <a:pt x="50838" y="529475"/>
                </a:cubicBezTo>
                <a:cubicBezTo>
                  <a:pt x="50838" y="529484"/>
                  <a:pt x="50838" y="529492"/>
                  <a:pt x="50838" y="529500"/>
                </a:cubicBezTo>
                <a:close/>
                <a:moveTo>
                  <a:pt x="269068" y="529500"/>
                </a:moveTo>
                <a:cubicBezTo>
                  <a:pt x="269068" y="543798"/>
                  <a:pt x="257469" y="555389"/>
                  <a:pt x="243160" y="555389"/>
                </a:cubicBezTo>
                <a:cubicBezTo>
                  <a:pt x="228853" y="555389"/>
                  <a:pt x="217253" y="543798"/>
                  <a:pt x="217253" y="529500"/>
                </a:cubicBezTo>
                <a:cubicBezTo>
                  <a:pt x="217253" y="515202"/>
                  <a:pt x="228853" y="503612"/>
                  <a:pt x="243160" y="503612"/>
                </a:cubicBezTo>
                <a:cubicBezTo>
                  <a:pt x="257461" y="503629"/>
                  <a:pt x="269051" y="515209"/>
                  <a:pt x="269068" y="529500"/>
                </a:cubicBezTo>
                <a:close/>
                <a:moveTo>
                  <a:pt x="487237" y="529500"/>
                </a:moveTo>
                <a:cubicBezTo>
                  <a:pt x="487237" y="543798"/>
                  <a:pt x="475637" y="555389"/>
                  <a:pt x="461329" y="555389"/>
                </a:cubicBezTo>
                <a:cubicBezTo>
                  <a:pt x="447021" y="555389"/>
                  <a:pt x="435422" y="543798"/>
                  <a:pt x="435422" y="529500"/>
                </a:cubicBezTo>
                <a:cubicBezTo>
                  <a:pt x="435422" y="515202"/>
                  <a:pt x="447021" y="503612"/>
                  <a:pt x="461329" y="503612"/>
                </a:cubicBezTo>
                <a:cubicBezTo>
                  <a:pt x="475631" y="503605"/>
                  <a:pt x="487229" y="515184"/>
                  <a:pt x="487237" y="529475"/>
                </a:cubicBezTo>
                <a:cubicBezTo>
                  <a:pt x="487237" y="529484"/>
                  <a:pt x="487237" y="529492"/>
                  <a:pt x="487237" y="529500"/>
                </a:cubicBezTo>
                <a:close/>
                <a:moveTo>
                  <a:pt x="705466" y="529500"/>
                </a:moveTo>
                <a:cubicBezTo>
                  <a:pt x="705466" y="543798"/>
                  <a:pt x="693867" y="555389"/>
                  <a:pt x="679559" y="555389"/>
                </a:cubicBezTo>
                <a:cubicBezTo>
                  <a:pt x="665250" y="555389"/>
                  <a:pt x="653652" y="543798"/>
                  <a:pt x="653652" y="529500"/>
                </a:cubicBezTo>
                <a:cubicBezTo>
                  <a:pt x="653652" y="515202"/>
                  <a:pt x="665250" y="503612"/>
                  <a:pt x="679559" y="503612"/>
                </a:cubicBezTo>
                <a:cubicBezTo>
                  <a:pt x="693861" y="503605"/>
                  <a:pt x="705458" y="515184"/>
                  <a:pt x="705466" y="529475"/>
                </a:cubicBezTo>
                <a:cubicBezTo>
                  <a:pt x="705466" y="529484"/>
                  <a:pt x="705466" y="529492"/>
                  <a:pt x="705466" y="529500"/>
                </a:cubicBezTo>
                <a:close/>
                <a:moveTo>
                  <a:pt x="923695" y="529500"/>
                </a:moveTo>
                <a:cubicBezTo>
                  <a:pt x="923695" y="543798"/>
                  <a:pt x="912096" y="555389"/>
                  <a:pt x="897788" y="555389"/>
                </a:cubicBezTo>
                <a:cubicBezTo>
                  <a:pt x="883481" y="555389"/>
                  <a:pt x="871881" y="543798"/>
                  <a:pt x="871881" y="529500"/>
                </a:cubicBezTo>
                <a:cubicBezTo>
                  <a:pt x="871881" y="515202"/>
                  <a:pt x="883481" y="503612"/>
                  <a:pt x="897788" y="503612"/>
                </a:cubicBezTo>
                <a:cubicBezTo>
                  <a:pt x="912090" y="503605"/>
                  <a:pt x="923688" y="515184"/>
                  <a:pt x="923695" y="529475"/>
                </a:cubicBezTo>
                <a:cubicBezTo>
                  <a:pt x="923695" y="529484"/>
                  <a:pt x="923695" y="529492"/>
                  <a:pt x="923695" y="529500"/>
                </a:cubicBezTo>
                <a:close/>
                <a:moveTo>
                  <a:pt x="1141923" y="529500"/>
                </a:moveTo>
                <a:cubicBezTo>
                  <a:pt x="1141923" y="543798"/>
                  <a:pt x="1130324" y="555389"/>
                  <a:pt x="1116016" y="555389"/>
                </a:cubicBezTo>
                <a:cubicBezTo>
                  <a:pt x="1101708" y="555389"/>
                  <a:pt x="1090109" y="543798"/>
                  <a:pt x="1090109" y="529500"/>
                </a:cubicBezTo>
                <a:cubicBezTo>
                  <a:pt x="1090109" y="515202"/>
                  <a:pt x="1101708" y="503612"/>
                  <a:pt x="1116016" y="503612"/>
                </a:cubicBezTo>
                <a:cubicBezTo>
                  <a:pt x="1130316" y="503629"/>
                  <a:pt x="1141907" y="515209"/>
                  <a:pt x="1141923" y="529500"/>
                </a:cubicBezTo>
                <a:close/>
                <a:moveTo>
                  <a:pt x="50838" y="697404"/>
                </a:moveTo>
                <a:cubicBezTo>
                  <a:pt x="50838" y="711702"/>
                  <a:pt x="39239" y="723293"/>
                  <a:pt x="24931" y="723293"/>
                </a:cubicBezTo>
                <a:cubicBezTo>
                  <a:pt x="10623" y="723293"/>
                  <a:pt x="-976" y="711702"/>
                  <a:pt x="-976" y="697404"/>
                </a:cubicBezTo>
                <a:cubicBezTo>
                  <a:pt x="-976" y="683106"/>
                  <a:pt x="10623" y="671516"/>
                  <a:pt x="24931" y="671516"/>
                </a:cubicBezTo>
                <a:cubicBezTo>
                  <a:pt x="39233" y="671509"/>
                  <a:pt x="50831" y="683088"/>
                  <a:pt x="50838" y="697379"/>
                </a:cubicBezTo>
                <a:cubicBezTo>
                  <a:pt x="50838" y="697387"/>
                  <a:pt x="50838" y="697395"/>
                  <a:pt x="50838" y="697404"/>
                </a:cubicBezTo>
                <a:close/>
                <a:moveTo>
                  <a:pt x="269068" y="697404"/>
                </a:moveTo>
                <a:cubicBezTo>
                  <a:pt x="269068" y="711702"/>
                  <a:pt x="257469" y="723293"/>
                  <a:pt x="243160" y="723293"/>
                </a:cubicBezTo>
                <a:cubicBezTo>
                  <a:pt x="228853" y="723293"/>
                  <a:pt x="217253" y="711702"/>
                  <a:pt x="217253" y="697404"/>
                </a:cubicBezTo>
                <a:cubicBezTo>
                  <a:pt x="217253" y="683106"/>
                  <a:pt x="228853" y="671516"/>
                  <a:pt x="243160" y="671516"/>
                </a:cubicBezTo>
                <a:cubicBezTo>
                  <a:pt x="257461" y="671532"/>
                  <a:pt x="269051" y="683113"/>
                  <a:pt x="269068" y="697404"/>
                </a:cubicBezTo>
                <a:close/>
                <a:moveTo>
                  <a:pt x="487237" y="697404"/>
                </a:moveTo>
                <a:cubicBezTo>
                  <a:pt x="487237" y="711702"/>
                  <a:pt x="475637" y="723293"/>
                  <a:pt x="461329" y="723293"/>
                </a:cubicBezTo>
                <a:cubicBezTo>
                  <a:pt x="447021" y="723293"/>
                  <a:pt x="435422" y="711702"/>
                  <a:pt x="435422" y="697404"/>
                </a:cubicBezTo>
                <a:cubicBezTo>
                  <a:pt x="435422" y="683106"/>
                  <a:pt x="447021" y="671516"/>
                  <a:pt x="461329" y="671516"/>
                </a:cubicBezTo>
                <a:cubicBezTo>
                  <a:pt x="475631" y="671509"/>
                  <a:pt x="487229" y="683088"/>
                  <a:pt x="487237" y="697379"/>
                </a:cubicBezTo>
                <a:cubicBezTo>
                  <a:pt x="487237" y="697387"/>
                  <a:pt x="487237" y="697395"/>
                  <a:pt x="487237" y="697404"/>
                </a:cubicBezTo>
                <a:close/>
                <a:moveTo>
                  <a:pt x="705466" y="697404"/>
                </a:moveTo>
                <a:cubicBezTo>
                  <a:pt x="705466" y="711702"/>
                  <a:pt x="693867" y="723293"/>
                  <a:pt x="679559" y="723293"/>
                </a:cubicBezTo>
                <a:cubicBezTo>
                  <a:pt x="665250" y="723293"/>
                  <a:pt x="653652" y="711702"/>
                  <a:pt x="653652" y="697404"/>
                </a:cubicBezTo>
                <a:cubicBezTo>
                  <a:pt x="653652" y="683106"/>
                  <a:pt x="665250" y="671516"/>
                  <a:pt x="679559" y="671516"/>
                </a:cubicBezTo>
                <a:cubicBezTo>
                  <a:pt x="693861" y="671509"/>
                  <a:pt x="705458" y="683088"/>
                  <a:pt x="705466" y="697379"/>
                </a:cubicBezTo>
                <a:cubicBezTo>
                  <a:pt x="705466" y="697387"/>
                  <a:pt x="705466" y="697395"/>
                  <a:pt x="705466" y="697404"/>
                </a:cubicBezTo>
                <a:close/>
                <a:moveTo>
                  <a:pt x="923695" y="697404"/>
                </a:moveTo>
                <a:cubicBezTo>
                  <a:pt x="923695" y="711702"/>
                  <a:pt x="912096" y="723293"/>
                  <a:pt x="897788" y="723293"/>
                </a:cubicBezTo>
                <a:cubicBezTo>
                  <a:pt x="883481" y="723293"/>
                  <a:pt x="871881" y="711702"/>
                  <a:pt x="871881" y="697404"/>
                </a:cubicBezTo>
                <a:cubicBezTo>
                  <a:pt x="871881" y="683106"/>
                  <a:pt x="883481" y="671516"/>
                  <a:pt x="897788" y="671516"/>
                </a:cubicBezTo>
                <a:cubicBezTo>
                  <a:pt x="912090" y="671509"/>
                  <a:pt x="923688" y="683088"/>
                  <a:pt x="923695" y="697379"/>
                </a:cubicBezTo>
                <a:cubicBezTo>
                  <a:pt x="923695" y="697387"/>
                  <a:pt x="923695" y="697395"/>
                  <a:pt x="923695" y="697404"/>
                </a:cubicBezTo>
                <a:close/>
                <a:moveTo>
                  <a:pt x="1141923" y="697404"/>
                </a:moveTo>
                <a:cubicBezTo>
                  <a:pt x="1141923" y="711702"/>
                  <a:pt x="1130324" y="723293"/>
                  <a:pt x="1116016" y="723293"/>
                </a:cubicBezTo>
                <a:cubicBezTo>
                  <a:pt x="1101708" y="723293"/>
                  <a:pt x="1090109" y="711702"/>
                  <a:pt x="1090109" y="697404"/>
                </a:cubicBezTo>
                <a:cubicBezTo>
                  <a:pt x="1090109" y="683106"/>
                  <a:pt x="1101708" y="671516"/>
                  <a:pt x="1116016" y="671516"/>
                </a:cubicBezTo>
                <a:cubicBezTo>
                  <a:pt x="1130316" y="671532"/>
                  <a:pt x="1141907" y="683113"/>
                  <a:pt x="1141923" y="697404"/>
                </a:cubicBez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3" name="Text 7"/>
          <p:cNvSpPr/>
          <p:nvPr/>
        </p:nvSpPr>
        <p:spPr>
          <a:xfrm>
            <a:off x="10209195" y="4015704"/>
            <a:ext cx="1141923" cy="723293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16" name="Image 4" descr="https://kimi-img.moonshot.cn/pub/slides/slides_tmpl/image/25-10-11-20:17:33-d3l4ln8s8jdo4os5ens0.png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8347710" y="4069080"/>
            <a:ext cx="3718560" cy="278892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68,&quot;left&quot;:20.8,&quot;top&quot;:182.8,&quot;width&quot;:920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68,&quot;left&quot;:20.8,&quot;top&quot;:182.8,&quot;width&quot;:920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68,&quot;left&quot;:20.8,&quot;top&quot;:182.8,&quot;width&quot;:920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68,&quot;left&quot;:20.8,&quot;top&quot;:182.8,&quot;width&quot;:920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68,&quot;left&quot;:20.8,&quot;top&quot;:182.8,&quot;width&quot;:920}"/>
</p:tagLst>
</file>

<file path=ppt/theme/_rels/them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Custom Theme">
  <a:themeElements>
    <a:clrScheme name="Custom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FAF26E"/>
      </a:accent1>
      <a:accent2>
        <a:srgbClr val="F9DB6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_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9EDEE"/>
        </a:accent5>
        <a:accent6>
          <a:srgbClr val="2D2D8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切片">
  <a:themeElements>
    <a:clrScheme name="切片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切片">
      <a:maj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切片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天体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>
            <a:fillRect/>
          </a:stretch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font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画廊">
  <a:themeElements>
    <a:clrScheme name="画廊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画廊">
      <a:majorFont>
        <a:latin typeface="Gill Sans M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画廊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s:customData xmlns="http://www.wps.cn/officeDocument/2013/wpsCustomData" xmlns:s="http://www.wps.cn/officeDocument/2013/wpsCustomData">
  <extobjs>
    <extobj name="F35B0BEE-F18A-47BB-8FCB-E00DA2F2635D-1">
      <extobjdata type="F35B0BEE-F18A-47BB-8FCB-E00DA2F2635D" data="ewoJIkRlc2lnbklkIiA6ICI5MTY1ZDcxYy05OGExLTQyNzAtODA5Zi05NjQ3YjBhNzkxODIiCn0K"/>
    </extobj>
    <extobj name="F35B0BEE-F18A-47BB-8FCB-E00DA2F2635D-2">
      <extobjdata type="F35B0BEE-F18A-47BB-8FCB-E00DA2F2635D" data="ewoJIkRlc2lnbklkIiA6ICI5MTY1ZDcxYy05OGExLTQyNzAtODA5Zi05NjQ3YjBhNzkxODIiCn0K"/>
    </extobj>
  </extobjs>
</s:customData>
</file>

<file path=customXml/itemProps1.xml><?xml version="1.0" encoding="utf-8"?>
<ds:datastoreItem xmlns:ds="http://schemas.openxmlformats.org/officeDocument/2006/customXml" ds:itemID="{3D9D9C05-36DD-40A2-A231-8EEF4AE7007A}">
  <ds:schemaRefs>
    <ds:schemaRef ds:uri="http://www.wps.cn/officeDocument/2013/wpsCustomDat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2207</Words>
  <Application>Microsoft Office PowerPoint</Application>
  <PresentationFormat>宽屏</PresentationFormat>
  <Paragraphs>124</Paragraphs>
  <Slides>18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9</vt:i4>
      </vt:variant>
      <vt:variant>
        <vt:lpstr>幻灯片标题</vt:lpstr>
      </vt:variant>
      <vt:variant>
        <vt:i4>18</vt:i4>
      </vt:variant>
    </vt:vector>
  </HeadingPairs>
  <TitlesOfParts>
    <vt:vector size="41" baseType="lpstr">
      <vt:lpstr>MiSans</vt:lpstr>
      <vt:lpstr>Noto Sans SC</vt:lpstr>
      <vt:lpstr>等线</vt:lpstr>
      <vt:lpstr>华文中宋</vt:lpstr>
      <vt:lpstr>楷体</vt:lpstr>
      <vt:lpstr>宋体</vt:lpstr>
      <vt:lpstr>微软雅黑</vt:lpstr>
      <vt:lpstr>Arial</vt:lpstr>
      <vt:lpstr>Calibri</vt:lpstr>
      <vt:lpstr>Calibri Light</vt:lpstr>
      <vt:lpstr>Century Gothic</vt:lpstr>
      <vt:lpstr>Gill Sans MT</vt:lpstr>
      <vt:lpstr>Segoe UI Light</vt:lpstr>
      <vt:lpstr>Wingdings 3</vt:lpstr>
      <vt:lpstr>Custom Theme</vt:lpstr>
      <vt:lpstr>默认设计模板</vt:lpstr>
      <vt:lpstr>1_Custom Theme</vt:lpstr>
      <vt:lpstr>WPS</vt:lpstr>
      <vt:lpstr>1_默认设计模板</vt:lpstr>
      <vt:lpstr>切片</vt:lpstr>
      <vt:lpstr>天体</vt:lpstr>
      <vt:lpstr>Office 主题​​</vt:lpstr>
      <vt:lpstr>画廊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技术官：无相欠</vt:lpstr>
      <vt:lpstr>PowerPoint 演示文稿</vt:lpstr>
      <vt:lpstr>技术官： 望年</vt:lpstr>
      <vt:lpstr>PowerPoint 演示文稿</vt:lpstr>
      <vt:lpstr>产品经理：清绪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筑梦小窝-森林冰火人项目答辩</dc:title>
  <dc:subject>筑梦小窝-森林冰火人项目答辩</dc:subject>
  <dc:creator>Kimi</dc:creator>
  <cp:lastModifiedBy>家祺 陈</cp:lastModifiedBy>
  <cp:revision>8</cp:revision>
  <dcterms:created xsi:type="dcterms:W3CDTF">2025-12-01T14:49:00Z</dcterms:created>
  <dcterms:modified xsi:type="dcterms:W3CDTF">2026-08-17T11:02:11Z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{"Label":"筑梦小窝-森林冰火人项目答辩","ContentProducer":"001191110108MACG2KBH8F10000","ProduceID":"d4mqfclkfv3r7p7r0ve0","ReservedCode1":"","ContentPropagator":"001191110108MACG2KBH8F20000","PropagateID":"d4mqfclkfv3r7p7r0ve0","ReservedCode2":""}</vt:lpwstr>
  </property>
  <property fmtid="{D5CDD505-2E9C-101B-9397-08002B2CF9AE}" pid="3" name="ICV">
    <vt:lpwstr>1A1E35B1C1F74547BB1E8246C7CF211F_13</vt:lpwstr>
  </property>
  <property fmtid="{D5CDD505-2E9C-101B-9397-08002B2CF9AE}" pid="4" name="KSOProductBuildVer">
    <vt:lpwstr>2052-12.1.0.19302</vt:lpwstr>
  </property>
</Properties>
</file>