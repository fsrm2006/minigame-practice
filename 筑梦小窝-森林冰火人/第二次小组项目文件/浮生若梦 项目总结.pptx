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7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ADD89-67E2-4B77-A618-AA6FE0710B6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195A6-7AA1-4424-8AF8-93D2DCF2A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1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F5882-D8B2-7D89-7473-7F715F19B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83576A-4D14-9493-8462-228F27282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32190-3B28-28B9-53C7-EBC28B39B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A98D2-26AA-2A9A-71AC-4ED82E19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76C0CF-2648-635D-7B4F-3451BA8D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4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CEAB3-DF43-6F51-B603-4A07A199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DCA549-AFAD-9A78-8B74-F97424763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AD4360-36D7-CC3F-69CD-6B5DED6E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DBAC2-E5EF-5718-755B-57FC678E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18596-D80C-29F0-E3F8-16A70977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72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62976-4CB2-183D-493D-74F2B86A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2A71D3-04B3-2CFA-1439-5B1E318C1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ABDC48-897F-7BBC-E6BF-E4B8041E8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EC376-EDEF-A32B-2569-8A85B36A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0FB37-2A63-1EF8-5D21-A28BCDB4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87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C95D6-5580-4614-1BE1-7579DDB1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96622-F082-9828-29C1-9F3F4B5C9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FC4577-185C-119F-D537-4AB9AF5D6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3C7AFB-CEDE-1F60-D606-C01C787C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ED60C8-586B-4FA1-2EA8-F0D2F6F8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2F0317-3381-6113-6288-715985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6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259DC-2AA5-6807-143E-9F4EFCB7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10FCE1-2EA6-F22A-8112-DD5DD9B1C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99F9A7-B2CB-F17A-3417-D29C0CA5D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C99BF0-9D70-879F-FEAD-C0948F42F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617497-35F5-4896-75F2-15762C5A5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800E89-E695-5FBF-934F-E36F931D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88D88-06B4-5E8A-B856-E6DA1BA33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342E97-15CE-9D14-F64F-2C0FC85B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80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EAB3D-D49C-1079-50E6-DCC02A1F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1BE17D-80A6-D026-C142-DA3EC22E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65466D-8DC0-9659-B4FD-AA96B7E9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F6F107-4599-1DCB-F1FE-42B7C5A6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66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8874D8-BCC2-8BB2-AA3B-4D57AB70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967C9B-2E1C-7A87-D72F-479AFF4B3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6ADC37-7A8E-60EC-197F-728B1231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3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3CFEA-5367-46E3-41A4-8D65E1FC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E3EE0-BBC6-91CB-58F5-71DA1248E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39342B-821A-9A05-D1DF-429410CC7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4830AB-A27C-3C98-42AB-80070C13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791AF6-DB78-A2B1-F2EB-73B7C3E8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D20E61-3E78-A948-1309-435AA90F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97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56D94-5943-6514-AE3C-63967894B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EB1C58-07D9-AE89-DD2B-68E4E7F7E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83C2A-814D-DBE2-156C-EB87EB86B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960706-4FB4-1D0E-11E5-4FBAD65A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ECE0FB-9982-47D2-C212-32138D63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009EC3-32E3-D2EB-B720-D4D1E9ED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32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D2B2F-E959-E394-1810-AC40D633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257FCE-33E7-B9F8-DFAC-9E3D5ADA3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3E629-EFDD-2252-3CE2-BC674135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BD7576-D62C-3BB3-9AA0-FAE0882B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195F9F-F2EB-39D5-6763-E31FEB47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8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8B4FF6-F20E-B278-081D-E9B5D1E13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8870C5-2FC7-DC19-B570-640A76AAE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762B67-0198-110E-DB2D-5E9EF8FA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57BE22-4B90-73E3-7A4D-D4D482DCC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AF28B-C404-9CD4-57B8-D62EF8A6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94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974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78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49B4EB-223C-0DAA-4484-95E33AD0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EDDC4-633C-7DA2-3827-58FA3EFCD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7260B-683A-C269-A462-AF5818C7B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C6FCD-1BB4-4D8D-BDC3-DF5E67A46813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1FD96-E0D3-8BDF-4B22-B2656300E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B6D572-8C85-A405-4FFF-DE7D83046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C798B-80E6-49C5-9468-8BD4D458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48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03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雪山上的人">
            <a:extLst>
              <a:ext uri="{FF2B5EF4-FFF2-40B4-BE49-F238E27FC236}">
                <a16:creationId xmlns:a16="http://schemas.microsoft.com/office/drawing/2014/main" id="{C5F10AC2-FB7A-AE67-A201-C914080FC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24846" y="452560"/>
            <a:ext cx="2336800" cy="2336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32A3974D-E7FB-F9F3-BDFC-EAB1A3830370}"/>
              </a:ext>
            </a:extLst>
          </p:cNvPr>
          <p:cNvSpPr/>
          <p:nvPr/>
        </p:nvSpPr>
        <p:spPr>
          <a:xfrm>
            <a:off x="3914746" y="427336"/>
            <a:ext cx="521309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组长：浮生若梦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F0957C-B613-5526-DD88-7F230D2F5EAE}"/>
              </a:ext>
            </a:extLst>
          </p:cNvPr>
          <p:cNvSpPr txBox="1"/>
          <p:nvPr/>
        </p:nvSpPr>
        <p:spPr>
          <a:xfrm>
            <a:off x="2861646" y="1320308"/>
            <a:ext cx="92288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项目中负责：协调任务，组员沟通，架构设计，代码开发与整合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开发中负责：体积碰撞，死亡判定，界面美化，图片处理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……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24173FB-152D-A736-8B71-5CB72B03072C}"/>
              </a:ext>
            </a:extLst>
          </p:cNvPr>
          <p:cNvSpPr txBox="1"/>
          <p:nvPr/>
        </p:nvSpPr>
        <p:spPr>
          <a:xfrm>
            <a:off x="786389" y="3105834"/>
            <a:ext cx="10722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项目收获：在这一次项目中，我不仅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运用巩固非常多我学到的知识，提升了自己的代码能力和使用各种工具的熟练度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，还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增进了和组员进行沟通的能力，</a:t>
            </a:r>
            <a:r>
              <a:rPr lang="zh-CN" altLang="en-US" sz="2000" dirty="0">
                <a:solidFill>
                  <a:srgbClr val="7030A0"/>
                </a:solidFill>
                <a:latin typeface="Calibri" panose="020F0502020204030204"/>
                <a:ea typeface="等线" panose="02010600030101010101" pitchFamily="2" charset="-122"/>
              </a:rPr>
              <a:t>提升了项目管理能力</a:t>
            </a:r>
            <a:r>
              <a:rPr lang="zh-CN" altLang="en-US" sz="2000" dirty="0">
                <a:latin typeface="Calibri" panose="020F0502020204030204"/>
                <a:ea typeface="等线" panose="02010600030101010101" pitchFamily="2" charset="-122"/>
              </a:rPr>
              <a:t>，收获颇丰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0D24194-E08D-35EF-99FF-13814E5FD0CC}"/>
              </a:ext>
            </a:extLst>
          </p:cNvPr>
          <p:cNvSpPr txBox="1"/>
          <p:nvPr/>
        </p:nvSpPr>
        <p:spPr>
          <a:xfrm>
            <a:off x="786389" y="5411277"/>
            <a:ext cx="10718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00000"/>
                </a:solidFill>
                <a:latin typeface="Calibri" panose="020F0502020204030204"/>
                <a:ea typeface="等线" panose="02010600030101010101" pitchFamily="2" charset="-122"/>
              </a:rPr>
              <a:t>项目后的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学习计划：</a:t>
            </a:r>
            <a:r>
              <a:rPr lang="zh-CN" altLang="en-US" sz="2000" dirty="0">
                <a:solidFill>
                  <a:srgbClr val="000000"/>
                </a:solidFill>
                <a:latin typeface="Calibri" panose="020F0502020204030204"/>
                <a:ea typeface="等线" panose="02010600030101010101" pitchFamily="2" charset="-122"/>
              </a:rPr>
              <a:t>学习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数据结构以及算法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，将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全面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转为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C++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，年前学完数据结构基础和算法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基础，学完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C++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基础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5A9810-FDD9-F08A-BBCC-A75DC3B9BF64}"/>
              </a:ext>
            </a:extLst>
          </p:cNvPr>
          <p:cNvSpPr txBox="1"/>
          <p:nvPr/>
        </p:nvSpPr>
        <p:spPr>
          <a:xfrm>
            <a:off x="782524" y="4225477"/>
            <a:ext cx="10722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项目中的不足</a:t>
            </a:r>
            <a:r>
              <a:rPr lang="zh-CN" altLang="en-US" sz="2000" dirty="0">
                <a:solidFill>
                  <a:srgbClr val="000000"/>
                </a:solidFill>
                <a:latin typeface="Calibri" panose="020F0502020204030204"/>
                <a:ea typeface="等线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7030A0"/>
                </a:solidFill>
                <a:latin typeface="Calibri" panose="020F0502020204030204"/>
                <a:ea typeface="等线" panose="02010600030101010101" pitchFamily="2" charset="-122"/>
              </a:rPr>
              <a:t>任务分配</a:t>
            </a:r>
            <a:r>
              <a:rPr lang="zh-CN" altLang="en-US" sz="2000" dirty="0">
                <a:solidFill>
                  <a:srgbClr val="000000"/>
                </a:solidFill>
                <a:latin typeface="Calibri" panose="020F0502020204030204"/>
                <a:ea typeface="等线" panose="02010600030101010101" pitchFamily="2" charset="-122"/>
              </a:rPr>
              <a:t>不够合理，没有让组员详细的了解项目的全貌，缺乏简练精确的表达能力，编码的健壮性和拓展性略差，对于部分技术的掌握不够熟练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AF26E"/>
      </a:accent1>
      <a:accent2>
        <a:srgbClr val="F9DB6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169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Office 主题​​</vt:lpstr>
      <vt:lpstr>Custom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家祺 陈</dc:creator>
  <cp:lastModifiedBy>家祺 陈</cp:lastModifiedBy>
  <cp:revision>3</cp:revision>
  <dcterms:created xsi:type="dcterms:W3CDTF">2025-12-02T15:51:56Z</dcterms:created>
  <dcterms:modified xsi:type="dcterms:W3CDTF">2025-12-02T16:23:27Z</dcterms:modified>
</cp:coreProperties>
</file>