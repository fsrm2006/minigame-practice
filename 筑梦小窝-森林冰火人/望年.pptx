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0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D6E93C-F64B-BAB9-6CB6-2BA193BA5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6DEA617-9E2A-893A-44C1-A93FBEA6F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8A8BF7-BACB-E6AE-A53E-2C9438FB9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C9B7-73C4-42DF-9E0B-F71C6F17CB51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8EEC1E-A426-229F-81F3-A05784B0E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47DA34-3275-B869-444B-3F11C9D3D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AE8-42D2-4639-A781-3BA9A2DCB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37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E86615-0565-258F-980E-478180836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38BF3A-6009-39A6-833D-79AE3C107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147437-BABF-CA7A-1CCF-C22C7B27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C9B7-73C4-42DF-9E0B-F71C6F17CB51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2BBACC-E6F3-6B61-EF4C-A9B20D267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810794-92F5-7766-0C0B-2EA5541A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AE8-42D2-4639-A781-3BA9A2DCB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521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8858B-B7DD-D0FE-64B2-4C13F4CF2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06B903-B532-21FC-0196-D4D2AA202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B8C98A-E2DF-75E9-5579-79E850F2B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C9B7-73C4-42DF-9E0B-F71C6F17CB51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8C0537-F846-0101-4513-C26F65C62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815089-24AE-28DB-96BA-9650A0B9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AE8-42D2-4639-A781-3BA9A2DCB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013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C2FBBF-DD50-CF7E-17B8-8E01CBDF0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8E65AF-7186-5671-990E-28814E8379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4B93F0-C028-023C-6EEE-067D0D98E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73DC9D-4C93-D7E8-584E-BD63A8E5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C9B7-73C4-42DF-9E0B-F71C6F17CB51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722F06-07B3-D1B8-8F73-3FF482392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471E45-F9D5-14D5-28D1-FD6DB528E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AE8-42D2-4639-A781-3BA9A2DCB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680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71958-638D-8690-02E9-BE709967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ED6FF7-46D4-5BEE-190B-E6B3BBAB6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6FCA65-4E9F-050C-976F-CFB229B40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9363D3-CAC0-FCDB-5635-CC3BCCF77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11CC98-5A3F-BE43-6919-74D1A46AF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5CC685-792C-8617-A8FD-BE284D0F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C9B7-73C4-42DF-9E0B-F71C6F17CB51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31F97F7-D096-E096-8D04-3947D1EE2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BA94F9-1709-D720-C12C-180B3DA2A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AE8-42D2-4639-A781-3BA9A2DCB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037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ED7AD-B385-7D8F-3AE9-E8B7791B9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FCDF10-8DE9-B386-8B9A-56902262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C9B7-73C4-42DF-9E0B-F71C6F17CB51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3A5C8D-9D03-112F-ABE3-78DD86FB9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DFD20C-A3C9-1D08-8683-E3B4EF1B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AE8-42D2-4639-A781-3BA9A2DCB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09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2ADD0D-5ABB-A192-3426-794EC38DC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C9B7-73C4-42DF-9E0B-F71C6F17CB51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85CB5D-0BC6-607A-76BC-9EDF199B6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A7910F-987A-9297-6B6F-0E45EE51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AE8-42D2-4639-A781-3BA9A2DCB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49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358ED-3B43-1F8B-CCD3-51650C861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68FF9F-F2EC-7025-9FC5-8733438B7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EF7A01-8220-CAD0-8876-351C42C68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099FC4-0F99-4BB4-3908-37ADDD7E3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C9B7-73C4-42DF-9E0B-F71C6F17CB51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5894C1-ACCD-A4B4-AB60-8BA7A7E4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4479E2-372C-9092-DD65-1B7499F0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AE8-42D2-4639-A781-3BA9A2DCB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488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AE8EB3-6A71-EFBE-7341-7DCAA4BA8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5E6FAF-8BF8-028C-E5F6-024CDE232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D6A06E-8381-CBB2-C94D-B8D10E834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06527D-1BFD-D4CE-F5F4-948190B07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C9B7-73C4-42DF-9E0B-F71C6F17CB51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B9A3E5-65A2-877D-B6A4-FD18685E3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93EC32-57A5-5518-AA61-6213C1F9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AE8-42D2-4639-A781-3BA9A2DCB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236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6D85F3-D54D-7972-D264-AF5CBB691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38F5DA-A7C5-BB1D-0FCF-6CCF118B3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9C5A76-AEF3-A286-951D-1CF9DCBC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C9B7-73C4-42DF-9E0B-F71C6F17CB51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012907-571F-9B4D-4D48-03374D72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D8FB88-C836-BD88-0386-410F08398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AE8-42D2-4639-A781-3BA9A2DCB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960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8EFED5B-FA00-E7FB-ADB0-4B8BDBEEE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DF3B93-1F9E-5EDB-582F-9263DBFFE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A0B5E9-A40D-88E9-90E4-7B3B4728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C9B7-73C4-42DF-9E0B-F71C6F17CB51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81A65A-FB24-81A8-4254-52CED625D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B56593-0AD3-FEB6-5930-A924CF007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BAE8-42D2-4639-A781-3BA9A2DCB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486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468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450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2789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673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800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071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7181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284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657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2933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38C07-07DE-4E49-85FF-1C3E71D39AB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140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7679C9-2127-F60E-6946-30DF71704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658F9A-0236-CE4F-477B-2E17090DF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3DF7F9-2D6C-C43A-D725-5B4394A41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13C9B7-73C4-42DF-9E0B-F71C6F17CB51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C01F0C-8BB8-02A7-4669-26DCD1F3F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951635-D7DE-D7F4-4EDA-93F66B20B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1BAE8-42D2-4639-A781-3BA9A2DCB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57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38C07-07DE-4E49-85FF-1C3E71D39AB6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FAED7-5429-4E4D-8910-E8B9290B91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92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640080" y="835357"/>
            <a:ext cx="3474720" cy="1326065"/>
          </a:xfrm>
        </p:spPr>
        <p:txBody>
          <a:bodyPr anchor="b">
            <a:normAutofit fontScale="90000"/>
            <a:scene3d>
              <a:camera prst="orthographicFront"/>
              <a:lightRig rig="threePt" dir="t"/>
            </a:scene3d>
            <a:sp3d contourW="12700">
              <a:contourClr>
                <a:schemeClr val="accent2"/>
              </a:contourClr>
            </a:sp3d>
          </a:bodyPr>
          <a:lstStyle/>
          <a:p>
            <a:r>
              <a:rPr lang="zh-CN" altLang="en-US" sz="5400">
                <a:latin typeface="Arial" panose="020B0604020202020204" pitchFamily="34" charset="0"/>
                <a:ea typeface="微软雅黑" panose="020B0503020204020204" charset="-122"/>
              </a:rPr>
              <a:t>技术官：</a:t>
            </a:r>
            <a:br>
              <a:rPr lang="en-US" altLang="zh-CN" sz="5400">
                <a:latin typeface="Arial" panose="020B0604020202020204" pitchFamily="34" charset="0"/>
                <a:ea typeface="微软雅黑" panose="020B0503020204020204" charset="-122"/>
              </a:rPr>
            </a:br>
            <a:r>
              <a:rPr lang="zh-CN" altLang="en-US" sz="5400">
                <a:latin typeface="Arial" panose="020B0604020202020204" pitchFamily="34" charset="0"/>
                <a:ea typeface="微软雅黑" panose="020B0503020204020204" charset="-122"/>
              </a:rPr>
              <a:t>望年</a:t>
            </a:r>
          </a:p>
        </p:txBody>
      </p:sp>
      <p:sp>
        <p:nvSpPr>
          <p:cNvPr id="4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" name="副标题 2"/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sz="2200"/>
              <a:t>负责内容：</a:t>
            </a:r>
            <a:r>
              <a:rPr lang="en-US" sz="2000"/>
              <a:t>GameDraw(),ViewChoiceLevel()</a:t>
            </a: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r>
              <a:rPr lang="zh-CN" sz="2200"/>
              <a:t>收获：强化了</a:t>
            </a:r>
            <a:r>
              <a:rPr lang="en-US" sz="2200"/>
              <a:t>git</a:t>
            </a:r>
            <a:r>
              <a:rPr lang="zh-CN" sz="2200"/>
              <a:t>和</a:t>
            </a:r>
            <a:r>
              <a:rPr lang="en-US" sz="2200"/>
              <a:t>EasyX</a:t>
            </a:r>
            <a:r>
              <a:rPr lang="zh-CN" sz="2200"/>
              <a:t>的使用，提高绘图能力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sz="2200"/>
              <a:t>不足：项目开始前未做好充足准备，项目期间编码不细心，引起许多</a:t>
            </a:r>
            <a:r>
              <a:rPr lang="en-US" sz="2200"/>
              <a:t>bug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sz="2200"/>
              <a:t>学习计划</a:t>
            </a:r>
            <a:r>
              <a:rPr lang="en-US" sz="2200"/>
              <a:t>:</a:t>
            </a:r>
            <a:r>
              <a:rPr lang="zh-CN" sz="2000"/>
              <a:t>继续推进</a:t>
            </a:r>
            <a:r>
              <a:rPr lang="en-US" sz="2000"/>
              <a:t>java</a:t>
            </a:r>
            <a:r>
              <a:rPr lang="zh-CN" sz="2000"/>
              <a:t>和数据结构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/>
          </a:p>
          <a:p>
            <a:pPr marL="0" indent="0">
              <a:buFont typeface="Arial" panose="020B0604020202020204" pitchFamily="34" charset="0"/>
              <a:buNone/>
            </a:pPr>
            <a:endParaRPr lang="zh-CN" sz="2200"/>
          </a:p>
          <a:p>
            <a:pPr>
              <a:buFont typeface="Arial" panose="020B0604020202020204" pitchFamily="34" charset="0"/>
              <a:buChar char="•"/>
            </a:pPr>
            <a:endParaRPr lang="zh-CN" sz="2200"/>
          </a:p>
          <a:p>
            <a:pPr>
              <a:buFont typeface="Arial" panose="020B0604020202020204" pitchFamily="34" charset="0"/>
              <a:buChar char="•"/>
            </a:pP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endParaRPr lang="en-US" sz="2200"/>
          </a:p>
          <a:p>
            <a:pPr>
              <a:buFont typeface="Arial" panose="020B0604020202020204" pitchFamily="34" charset="0"/>
              <a:buChar char="•"/>
            </a:pPr>
            <a:endParaRPr lang="zh-CN" sz="2200"/>
          </a:p>
        </p:txBody>
      </p:sp>
      <p:pic>
        <p:nvPicPr>
          <p:cNvPr id="7" name="图片 6" descr="男人站在湖边的椅子上&#10;&#10;AI 生成的内容可能不正确。">
            <a:extLst>
              <a:ext uri="{FF2B5EF4-FFF2-40B4-BE49-F238E27FC236}">
                <a16:creationId xmlns:a16="http://schemas.microsoft.com/office/drawing/2014/main" id="{449E1B21-766D-136C-E5B3-9A29F264F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>
          <a:xfrm>
            <a:off x="5310167" y="-113211"/>
            <a:ext cx="6878785" cy="685800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1_Office 主题​​</vt:lpstr>
      <vt:lpstr>技术官： 望年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家祺 陈</dc:creator>
  <cp:lastModifiedBy>家祺 陈</cp:lastModifiedBy>
  <cp:revision>1</cp:revision>
  <dcterms:created xsi:type="dcterms:W3CDTF">2025-12-03T09:05:33Z</dcterms:created>
  <dcterms:modified xsi:type="dcterms:W3CDTF">2025-12-03T09:05:38Z</dcterms:modified>
</cp:coreProperties>
</file>